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18288000" cy="10287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8288000" cy="9961245"/>
          </a:xfrm>
          <a:custGeom>
            <a:avLst/>
            <a:gdLst/>
            <a:ahLst/>
            <a:cxnLst/>
            <a:rect l="l" t="t" r="r" b="b"/>
            <a:pathLst>
              <a:path w="18288000" h="9961245">
                <a:moveTo>
                  <a:pt x="0" y="9960971"/>
                </a:moveTo>
                <a:lnTo>
                  <a:pt x="18287998" y="9960971"/>
                </a:lnTo>
                <a:lnTo>
                  <a:pt x="18287998" y="0"/>
                </a:lnTo>
                <a:lnTo>
                  <a:pt x="0" y="0"/>
                </a:lnTo>
                <a:lnTo>
                  <a:pt x="0" y="9960971"/>
                </a:lnTo>
                <a:close/>
              </a:path>
            </a:pathLst>
          </a:custGeom>
          <a:solidFill>
            <a:srgbClr val="F4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517710"/>
            <a:ext cx="13053422" cy="35674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517710"/>
            <a:ext cx="13056869" cy="3567429"/>
          </a:xfrm>
          <a:custGeom>
            <a:avLst/>
            <a:gdLst/>
            <a:ahLst/>
            <a:cxnLst/>
            <a:rect l="l" t="t" r="r" b="b"/>
            <a:pathLst>
              <a:path w="13056869" h="3567429">
                <a:moveTo>
                  <a:pt x="0" y="0"/>
                </a:moveTo>
                <a:lnTo>
                  <a:pt x="13056319" y="0"/>
                </a:lnTo>
                <a:lnTo>
                  <a:pt x="13056319" y="3567410"/>
                </a:lnTo>
                <a:lnTo>
                  <a:pt x="0" y="3567410"/>
                </a:lnTo>
              </a:path>
            </a:pathLst>
          </a:custGeom>
          <a:ln w="76200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9399027" y="5729896"/>
            <a:ext cx="358140" cy="358140"/>
          </a:xfrm>
          <a:custGeom>
            <a:avLst/>
            <a:gdLst/>
            <a:ahLst/>
            <a:cxnLst/>
            <a:rect l="l" t="t" r="r" b="b"/>
            <a:pathLst>
              <a:path w="358140" h="358139">
                <a:moveTo>
                  <a:pt x="179040" y="358080"/>
                </a:moveTo>
                <a:lnTo>
                  <a:pt x="135526" y="352713"/>
                </a:lnTo>
                <a:lnTo>
                  <a:pt x="94640" y="336941"/>
                </a:lnTo>
                <a:lnTo>
                  <a:pt x="58811" y="311708"/>
                </a:lnTo>
                <a:lnTo>
                  <a:pt x="30173" y="278509"/>
                </a:lnTo>
                <a:lnTo>
                  <a:pt x="10461" y="239347"/>
                </a:lnTo>
                <a:lnTo>
                  <a:pt x="860" y="196589"/>
                </a:lnTo>
                <a:lnTo>
                  <a:pt x="0" y="179040"/>
                </a:lnTo>
                <a:lnTo>
                  <a:pt x="215" y="170244"/>
                </a:lnTo>
                <a:lnTo>
                  <a:pt x="7707" y="127066"/>
                </a:lnTo>
                <a:lnTo>
                  <a:pt x="25465" y="87003"/>
                </a:lnTo>
                <a:lnTo>
                  <a:pt x="52439" y="52439"/>
                </a:lnTo>
                <a:lnTo>
                  <a:pt x="87003" y="25465"/>
                </a:lnTo>
                <a:lnTo>
                  <a:pt x="127066" y="7707"/>
                </a:lnTo>
                <a:lnTo>
                  <a:pt x="170244" y="215"/>
                </a:lnTo>
                <a:lnTo>
                  <a:pt x="179040" y="0"/>
                </a:lnTo>
                <a:lnTo>
                  <a:pt x="187836" y="215"/>
                </a:lnTo>
                <a:lnTo>
                  <a:pt x="231013" y="7707"/>
                </a:lnTo>
                <a:lnTo>
                  <a:pt x="271076" y="25465"/>
                </a:lnTo>
                <a:lnTo>
                  <a:pt x="305640" y="52439"/>
                </a:lnTo>
                <a:lnTo>
                  <a:pt x="332614" y="87003"/>
                </a:lnTo>
                <a:lnTo>
                  <a:pt x="350373" y="127066"/>
                </a:lnTo>
                <a:lnTo>
                  <a:pt x="357865" y="170244"/>
                </a:lnTo>
                <a:lnTo>
                  <a:pt x="358080" y="179040"/>
                </a:lnTo>
                <a:lnTo>
                  <a:pt x="357865" y="187836"/>
                </a:lnTo>
                <a:lnTo>
                  <a:pt x="350373" y="231013"/>
                </a:lnTo>
                <a:lnTo>
                  <a:pt x="332614" y="271076"/>
                </a:lnTo>
                <a:lnTo>
                  <a:pt x="305640" y="305640"/>
                </a:lnTo>
                <a:lnTo>
                  <a:pt x="271076" y="332614"/>
                </a:lnTo>
                <a:lnTo>
                  <a:pt x="231013" y="350373"/>
                </a:lnTo>
                <a:lnTo>
                  <a:pt x="187836" y="357865"/>
                </a:lnTo>
                <a:lnTo>
                  <a:pt x="179040" y="358080"/>
                </a:lnTo>
                <a:close/>
              </a:path>
            </a:pathLst>
          </a:custGeom>
          <a:solidFill>
            <a:srgbClr val="8C90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9472411" y="5833221"/>
            <a:ext cx="211142" cy="1514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0" y="9960971"/>
            <a:ext cx="18288000" cy="326390"/>
          </a:xfrm>
          <a:custGeom>
            <a:avLst/>
            <a:gdLst/>
            <a:ahLst/>
            <a:cxnLst/>
            <a:rect l="l" t="t" r="r" b="b"/>
            <a:pathLst>
              <a:path w="18288000" h="326390">
                <a:moveTo>
                  <a:pt x="18287999" y="326028"/>
                </a:moveTo>
                <a:lnTo>
                  <a:pt x="0" y="32602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326028"/>
                </a:lnTo>
                <a:close/>
              </a:path>
            </a:pathLst>
          </a:custGeom>
          <a:solidFill>
            <a:srgbClr val="2020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8288000" cy="9961245"/>
          </a:xfrm>
          <a:custGeom>
            <a:avLst/>
            <a:gdLst/>
            <a:ahLst/>
            <a:cxnLst/>
            <a:rect l="l" t="t" r="r" b="b"/>
            <a:pathLst>
              <a:path w="18288000" h="9961245">
                <a:moveTo>
                  <a:pt x="0" y="9960971"/>
                </a:moveTo>
                <a:lnTo>
                  <a:pt x="18287998" y="9960971"/>
                </a:lnTo>
                <a:lnTo>
                  <a:pt x="18287998" y="0"/>
                </a:lnTo>
                <a:lnTo>
                  <a:pt x="0" y="0"/>
                </a:lnTo>
                <a:lnTo>
                  <a:pt x="0" y="9960971"/>
                </a:lnTo>
                <a:close/>
              </a:path>
            </a:pathLst>
          </a:custGeom>
          <a:solidFill>
            <a:srgbClr val="F4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3013" y="2287069"/>
            <a:ext cx="15621972" cy="1061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766789" y="0"/>
            <a:ext cx="521334" cy="9961245"/>
          </a:xfrm>
          <a:custGeom>
            <a:avLst/>
            <a:gdLst/>
            <a:ahLst/>
            <a:cxnLst/>
            <a:rect l="l" t="t" r="r" b="b"/>
            <a:pathLst>
              <a:path w="521334" h="9961245">
                <a:moveTo>
                  <a:pt x="0" y="9960971"/>
                </a:moveTo>
                <a:lnTo>
                  <a:pt x="521208" y="9960971"/>
                </a:lnTo>
                <a:lnTo>
                  <a:pt x="521208" y="0"/>
                </a:lnTo>
                <a:lnTo>
                  <a:pt x="0" y="0"/>
                </a:lnTo>
                <a:lnTo>
                  <a:pt x="0" y="9960971"/>
                </a:lnTo>
                <a:close/>
              </a:path>
            </a:pathLst>
          </a:custGeom>
          <a:solidFill>
            <a:srgbClr val="BCBC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7430808"/>
            <a:ext cx="12437110" cy="2530475"/>
          </a:xfrm>
          <a:custGeom>
            <a:avLst/>
            <a:gdLst/>
            <a:ahLst/>
            <a:cxnLst/>
            <a:rect l="l" t="t" r="r" b="b"/>
            <a:pathLst>
              <a:path w="12437110" h="2530475">
                <a:moveTo>
                  <a:pt x="0" y="2530162"/>
                </a:moveTo>
                <a:lnTo>
                  <a:pt x="12436905" y="2530162"/>
                </a:lnTo>
                <a:lnTo>
                  <a:pt x="12436905" y="0"/>
                </a:lnTo>
                <a:lnTo>
                  <a:pt x="0" y="0"/>
                </a:lnTo>
                <a:lnTo>
                  <a:pt x="0" y="2530162"/>
                </a:lnTo>
                <a:close/>
              </a:path>
            </a:pathLst>
          </a:custGeom>
          <a:solidFill>
            <a:srgbClr val="BCBC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12437110" cy="7431405"/>
          </a:xfrm>
          <a:custGeom>
            <a:avLst/>
            <a:gdLst/>
            <a:ahLst/>
            <a:cxnLst/>
            <a:rect l="l" t="t" r="r" b="b"/>
            <a:pathLst>
              <a:path w="12437110" h="7431405">
                <a:moveTo>
                  <a:pt x="0" y="7430808"/>
                </a:moveTo>
                <a:lnTo>
                  <a:pt x="12436905" y="7430808"/>
                </a:lnTo>
                <a:lnTo>
                  <a:pt x="12436905" y="0"/>
                </a:lnTo>
                <a:lnTo>
                  <a:pt x="0" y="0"/>
                </a:lnTo>
                <a:lnTo>
                  <a:pt x="0" y="7430808"/>
                </a:lnTo>
                <a:close/>
              </a:path>
            </a:pathLst>
          </a:custGeom>
          <a:solidFill>
            <a:srgbClr val="BCBC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436905" y="0"/>
            <a:ext cx="5330190" cy="9961245"/>
          </a:xfrm>
          <a:custGeom>
            <a:avLst/>
            <a:gdLst/>
            <a:ahLst/>
            <a:cxnLst/>
            <a:rect l="l" t="t" r="r" b="b"/>
            <a:pathLst>
              <a:path w="5330190" h="9961245">
                <a:moveTo>
                  <a:pt x="0" y="9960971"/>
                </a:moveTo>
                <a:lnTo>
                  <a:pt x="5329884" y="9960971"/>
                </a:lnTo>
                <a:lnTo>
                  <a:pt x="5329884" y="0"/>
                </a:lnTo>
                <a:lnTo>
                  <a:pt x="0" y="0"/>
                </a:lnTo>
                <a:lnTo>
                  <a:pt x="0" y="9960971"/>
                </a:lnTo>
                <a:close/>
              </a:path>
            </a:pathLst>
          </a:custGeom>
          <a:solidFill>
            <a:srgbClr val="F4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853395" y="2573751"/>
            <a:ext cx="603250" cy="158115"/>
          </a:xfrm>
          <a:custGeom>
            <a:avLst/>
            <a:gdLst/>
            <a:ahLst/>
            <a:cxnLst/>
            <a:rect l="l" t="t" r="r" b="b"/>
            <a:pathLst>
              <a:path w="603250" h="158114">
                <a:moveTo>
                  <a:pt x="0" y="0"/>
                </a:moveTo>
                <a:lnTo>
                  <a:pt x="41670" y="18966"/>
                </a:lnTo>
                <a:lnTo>
                  <a:pt x="83929" y="36840"/>
                </a:lnTo>
                <a:lnTo>
                  <a:pt x="126759" y="53602"/>
                </a:lnTo>
                <a:lnTo>
                  <a:pt x="170141" y="69236"/>
                </a:lnTo>
                <a:lnTo>
                  <a:pt x="214058" y="83722"/>
                </a:lnTo>
                <a:lnTo>
                  <a:pt x="258492" y="97043"/>
                </a:lnTo>
                <a:lnTo>
                  <a:pt x="303424" y="109181"/>
                </a:lnTo>
                <a:lnTo>
                  <a:pt x="348837" y="120118"/>
                </a:lnTo>
                <a:lnTo>
                  <a:pt x="394712" y="129836"/>
                </a:lnTo>
                <a:lnTo>
                  <a:pt x="441032" y="138316"/>
                </a:lnTo>
                <a:lnTo>
                  <a:pt x="487779" y="145541"/>
                </a:lnTo>
                <a:lnTo>
                  <a:pt x="534934" y="151493"/>
                </a:lnTo>
                <a:lnTo>
                  <a:pt x="582479" y="156154"/>
                </a:lnTo>
                <a:lnTo>
                  <a:pt x="603078" y="157594"/>
                </a:lnTo>
              </a:path>
            </a:pathLst>
          </a:custGeom>
          <a:ln w="380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704873" y="1152876"/>
            <a:ext cx="1578610" cy="1578610"/>
          </a:xfrm>
          <a:custGeom>
            <a:avLst/>
            <a:gdLst/>
            <a:ahLst/>
            <a:cxnLst/>
            <a:rect l="l" t="t" r="r" b="b"/>
            <a:pathLst>
              <a:path w="1578609" h="1578610">
                <a:moveTo>
                  <a:pt x="0" y="1578469"/>
                </a:moveTo>
                <a:lnTo>
                  <a:pt x="68143" y="1572367"/>
                </a:lnTo>
                <a:lnTo>
                  <a:pt x="115298" y="1566416"/>
                </a:lnTo>
                <a:lnTo>
                  <a:pt x="162045" y="1559190"/>
                </a:lnTo>
                <a:lnTo>
                  <a:pt x="208365" y="1550710"/>
                </a:lnTo>
                <a:lnTo>
                  <a:pt x="254240" y="1540993"/>
                </a:lnTo>
                <a:lnTo>
                  <a:pt x="299653" y="1530056"/>
                </a:lnTo>
                <a:lnTo>
                  <a:pt x="344585" y="1517918"/>
                </a:lnTo>
                <a:lnTo>
                  <a:pt x="389019" y="1504597"/>
                </a:lnTo>
                <a:lnTo>
                  <a:pt x="432936" y="1490110"/>
                </a:lnTo>
                <a:lnTo>
                  <a:pt x="476318" y="1474477"/>
                </a:lnTo>
                <a:lnTo>
                  <a:pt x="519148" y="1457714"/>
                </a:lnTo>
                <a:lnTo>
                  <a:pt x="561407" y="1439841"/>
                </a:lnTo>
                <a:lnTo>
                  <a:pt x="603078" y="1420874"/>
                </a:lnTo>
                <a:lnTo>
                  <a:pt x="644142" y="1400832"/>
                </a:lnTo>
                <a:lnTo>
                  <a:pt x="684581" y="1379733"/>
                </a:lnTo>
                <a:lnTo>
                  <a:pt x="724377" y="1357595"/>
                </a:lnTo>
                <a:lnTo>
                  <a:pt x="763513" y="1334436"/>
                </a:lnTo>
                <a:lnTo>
                  <a:pt x="801970" y="1310274"/>
                </a:lnTo>
                <a:lnTo>
                  <a:pt x="839730" y="1285127"/>
                </a:lnTo>
                <a:lnTo>
                  <a:pt x="876776" y="1259013"/>
                </a:lnTo>
                <a:lnTo>
                  <a:pt x="913088" y="1231950"/>
                </a:lnTo>
                <a:lnTo>
                  <a:pt x="948650" y="1203956"/>
                </a:lnTo>
                <a:lnTo>
                  <a:pt x="983443" y="1175049"/>
                </a:lnTo>
                <a:lnTo>
                  <a:pt x="1017450" y="1145247"/>
                </a:lnTo>
                <a:lnTo>
                  <a:pt x="1050651" y="1114568"/>
                </a:lnTo>
                <a:lnTo>
                  <a:pt x="1083029" y="1083031"/>
                </a:lnTo>
                <a:lnTo>
                  <a:pt x="1114567" y="1050652"/>
                </a:lnTo>
                <a:lnTo>
                  <a:pt x="1145246" y="1017451"/>
                </a:lnTo>
                <a:lnTo>
                  <a:pt x="1175048" y="983444"/>
                </a:lnTo>
                <a:lnTo>
                  <a:pt x="1203955" y="948651"/>
                </a:lnTo>
                <a:lnTo>
                  <a:pt x="1231949" y="913089"/>
                </a:lnTo>
                <a:lnTo>
                  <a:pt x="1259012" y="876777"/>
                </a:lnTo>
                <a:lnTo>
                  <a:pt x="1285126" y="839731"/>
                </a:lnTo>
                <a:lnTo>
                  <a:pt x="1310273" y="801971"/>
                </a:lnTo>
                <a:lnTo>
                  <a:pt x="1334435" y="763514"/>
                </a:lnTo>
                <a:lnTo>
                  <a:pt x="1357594" y="724378"/>
                </a:lnTo>
                <a:lnTo>
                  <a:pt x="1379732" y="684582"/>
                </a:lnTo>
                <a:lnTo>
                  <a:pt x="1400831" y="644143"/>
                </a:lnTo>
                <a:lnTo>
                  <a:pt x="1420873" y="603079"/>
                </a:lnTo>
                <a:lnTo>
                  <a:pt x="1439840" y="561408"/>
                </a:lnTo>
                <a:lnTo>
                  <a:pt x="1457713" y="519149"/>
                </a:lnTo>
                <a:lnTo>
                  <a:pt x="1474476" y="476319"/>
                </a:lnTo>
                <a:lnTo>
                  <a:pt x="1490109" y="432937"/>
                </a:lnTo>
                <a:lnTo>
                  <a:pt x="1504596" y="389020"/>
                </a:lnTo>
                <a:lnTo>
                  <a:pt x="1517917" y="344586"/>
                </a:lnTo>
                <a:lnTo>
                  <a:pt x="1530055" y="299654"/>
                </a:lnTo>
                <a:lnTo>
                  <a:pt x="1540991" y="254241"/>
                </a:lnTo>
                <a:lnTo>
                  <a:pt x="1550709" y="208366"/>
                </a:lnTo>
                <a:lnTo>
                  <a:pt x="1559189" y="162046"/>
                </a:lnTo>
                <a:lnTo>
                  <a:pt x="1566414" y="115299"/>
                </a:lnTo>
                <a:lnTo>
                  <a:pt x="1572366" y="68145"/>
                </a:lnTo>
                <a:lnTo>
                  <a:pt x="1577027" y="20599"/>
                </a:lnTo>
                <a:lnTo>
                  <a:pt x="1578468" y="0"/>
                </a:lnTo>
              </a:path>
            </a:pathLst>
          </a:custGeom>
          <a:ln w="380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943241" y="0"/>
            <a:ext cx="340360" cy="904875"/>
          </a:xfrm>
          <a:custGeom>
            <a:avLst/>
            <a:gdLst/>
            <a:ahLst/>
            <a:cxnLst/>
            <a:rect l="l" t="t" r="r" b="b"/>
            <a:pathLst>
              <a:path w="340359" h="904875">
                <a:moveTo>
                  <a:pt x="340100" y="904477"/>
                </a:moveTo>
                <a:lnTo>
                  <a:pt x="333999" y="836332"/>
                </a:lnTo>
                <a:lnTo>
                  <a:pt x="328047" y="789177"/>
                </a:lnTo>
                <a:lnTo>
                  <a:pt x="320822" y="742431"/>
                </a:lnTo>
                <a:lnTo>
                  <a:pt x="312341" y="696111"/>
                </a:lnTo>
                <a:lnTo>
                  <a:pt x="302624" y="650236"/>
                </a:lnTo>
                <a:lnTo>
                  <a:pt x="291687" y="604823"/>
                </a:lnTo>
                <a:lnTo>
                  <a:pt x="279549" y="559891"/>
                </a:lnTo>
                <a:lnTo>
                  <a:pt x="266228" y="515457"/>
                </a:lnTo>
                <a:lnTo>
                  <a:pt x="251742" y="471540"/>
                </a:lnTo>
                <a:lnTo>
                  <a:pt x="236108" y="428157"/>
                </a:lnTo>
                <a:lnTo>
                  <a:pt x="219346" y="385328"/>
                </a:lnTo>
                <a:lnTo>
                  <a:pt x="201472" y="343068"/>
                </a:lnTo>
                <a:lnTo>
                  <a:pt x="182505" y="301398"/>
                </a:lnTo>
                <a:lnTo>
                  <a:pt x="162463" y="260334"/>
                </a:lnTo>
                <a:lnTo>
                  <a:pt x="141364" y="219895"/>
                </a:lnTo>
                <a:lnTo>
                  <a:pt x="119226" y="180098"/>
                </a:lnTo>
                <a:lnTo>
                  <a:pt x="96067" y="140963"/>
                </a:lnTo>
                <a:lnTo>
                  <a:pt x="71905" y="102506"/>
                </a:lnTo>
                <a:lnTo>
                  <a:pt x="46758" y="64745"/>
                </a:lnTo>
                <a:lnTo>
                  <a:pt x="20644" y="27700"/>
                </a:lnTo>
                <a:lnTo>
                  <a:pt x="0" y="0"/>
                </a:lnTo>
              </a:path>
            </a:pathLst>
          </a:custGeom>
          <a:ln w="380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9960971"/>
            <a:ext cx="9600565" cy="326390"/>
          </a:xfrm>
          <a:custGeom>
            <a:avLst/>
            <a:gdLst/>
            <a:ahLst/>
            <a:cxnLst/>
            <a:rect l="l" t="t" r="r" b="b"/>
            <a:pathLst>
              <a:path w="9600565" h="326390">
                <a:moveTo>
                  <a:pt x="0" y="326028"/>
                </a:moveTo>
                <a:lnTo>
                  <a:pt x="9599947" y="326028"/>
                </a:lnTo>
                <a:lnTo>
                  <a:pt x="9599947" y="0"/>
                </a:lnTo>
                <a:lnTo>
                  <a:pt x="0" y="0"/>
                </a:lnTo>
                <a:lnTo>
                  <a:pt x="0" y="326028"/>
                </a:lnTo>
                <a:close/>
              </a:path>
            </a:pathLst>
          </a:custGeom>
          <a:solidFill>
            <a:srgbClr val="2020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828547" y="9960971"/>
            <a:ext cx="8459470" cy="326390"/>
          </a:xfrm>
          <a:custGeom>
            <a:avLst/>
            <a:gdLst/>
            <a:ahLst/>
            <a:cxnLst/>
            <a:rect l="l" t="t" r="r" b="b"/>
            <a:pathLst>
              <a:path w="8459469" h="326390">
                <a:moveTo>
                  <a:pt x="0" y="326028"/>
                </a:moveTo>
                <a:lnTo>
                  <a:pt x="8459452" y="326028"/>
                </a:lnTo>
                <a:lnTo>
                  <a:pt x="8459452" y="0"/>
                </a:lnTo>
                <a:lnTo>
                  <a:pt x="0" y="0"/>
                </a:lnTo>
                <a:lnTo>
                  <a:pt x="0" y="326028"/>
                </a:lnTo>
                <a:close/>
              </a:path>
            </a:pathLst>
          </a:custGeom>
          <a:solidFill>
            <a:srgbClr val="2020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714227" y="7430808"/>
            <a:ext cx="5875299" cy="28561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599947" y="7430808"/>
            <a:ext cx="228600" cy="2856230"/>
          </a:xfrm>
          <a:custGeom>
            <a:avLst/>
            <a:gdLst/>
            <a:ahLst/>
            <a:cxnLst/>
            <a:rect l="l" t="t" r="r" b="b"/>
            <a:pathLst>
              <a:path w="228600" h="2856229">
                <a:moveTo>
                  <a:pt x="0" y="0"/>
                </a:moveTo>
                <a:lnTo>
                  <a:pt x="228599" y="0"/>
                </a:lnTo>
                <a:lnTo>
                  <a:pt x="228599" y="2856190"/>
                </a:lnTo>
                <a:lnTo>
                  <a:pt x="0" y="2856190"/>
                </a:lnTo>
                <a:lnTo>
                  <a:pt x="0" y="0"/>
                </a:lnTo>
                <a:close/>
              </a:path>
            </a:pathLst>
          </a:custGeom>
          <a:solidFill>
            <a:srgbClr val="F4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0" y="0"/>
            <a:ext cx="5635502" cy="8568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582670" y="5371071"/>
            <a:ext cx="3009265" cy="0"/>
          </a:xfrm>
          <a:custGeom>
            <a:avLst/>
            <a:gdLst/>
            <a:ahLst/>
            <a:cxnLst/>
            <a:rect l="l" t="t" r="r" b="b"/>
            <a:pathLst>
              <a:path w="3009265" h="0">
                <a:moveTo>
                  <a:pt x="0" y="0"/>
                </a:moveTo>
                <a:lnTo>
                  <a:pt x="3008689" y="0"/>
                </a:lnTo>
              </a:path>
            </a:pathLst>
          </a:custGeom>
          <a:ln w="761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31533" y="1517370"/>
            <a:ext cx="1000125" cy="996950"/>
          </a:xfrm>
          <a:custGeom>
            <a:avLst/>
            <a:gdLst/>
            <a:ahLst/>
            <a:cxnLst/>
            <a:rect l="l" t="t" r="r" b="b"/>
            <a:pathLst>
              <a:path w="1000125" h="996950">
                <a:moveTo>
                  <a:pt x="855017" y="996850"/>
                </a:moveTo>
                <a:lnTo>
                  <a:pt x="861499" y="996850"/>
                </a:lnTo>
                <a:lnTo>
                  <a:pt x="1000124" y="858225"/>
                </a:lnTo>
                <a:lnTo>
                  <a:pt x="339239" y="197353"/>
                </a:lnTo>
                <a:lnTo>
                  <a:pt x="999137" y="197353"/>
                </a:lnTo>
                <a:lnTo>
                  <a:pt x="999137" y="0"/>
                </a:lnTo>
                <a:lnTo>
                  <a:pt x="0" y="0"/>
                </a:lnTo>
                <a:lnTo>
                  <a:pt x="0" y="339211"/>
                </a:lnTo>
                <a:lnTo>
                  <a:pt x="197378" y="339211"/>
                </a:lnTo>
                <a:lnTo>
                  <a:pt x="855017" y="996850"/>
                </a:lnTo>
                <a:close/>
              </a:path>
              <a:path w="1000125" h="996950">
                <a:moveTo>
                  <a:pt x="0" y="996850"/>
                </a:moveTo>
                <a:lnTo>
                  <a:pt x="197378" y="996850"/>
                </a:lnTo>
                <a:lnTo>
                  <a:pt x="197378" y="339211"/>
                </a:lnTo>
                <a:lnTo>
                  <a:pt x="0" y="339211"/>
                </a:lnTo>
                <a:lnTo>
                  <a:pt x="0" y="996850"/>
                </a:lnTo>
                <a:close/>
              </a:path>
            </a:pathLst>
          </a:custGeom>
          <a:solidFill>
            <a:srgbClr val="F4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139867" y="8227734"/>
            <a:ext cx="694055" cy="290195"/>
          </a:xfrm>
          <a:custGeom>
            <a:avLst/>
            <a:gdLst/>
            <a:ahLst/>
            <a:cxnLst/>
            <a:rect l="l" t="t" r="r" b="b"/>
            <a:pathLst>
              <a:path w="694054" h="290195">
                <a:moveTo>
                  <a:pt x="0" y="0"/>
                </a:moveTo>
                <a:lnTo>
                  <a:pt x="63568" y="53901"/>
                </a:lnTo>
                <a:lnTo>
                  <a:pt x="99812" y="81148"/>
                </a:lnTo>
                <a:lnTo>
                  <a:pt x="137172" y="106942"/>
                </a:lnTo>
                <a:lnTo>
                  <a:pt x="175608" y="131240"/>
                </a:lnTo>
                <a:lnTo>
                  <a:pt x="215076" y="154002"/>
                </a:lnTo>
                <a:lnTo>
                  <a:pt x="255536" y="175183"/>
                </a:lnTo>
                <a:lnTo>
                  <a:pt x="296944" y="194744"/>
                </a:lnTo>
                <a:lnTo>
                  <a:pt x="339260" y="212641"/>
                </a:lnTo>
                <a:lnTo>
                  <a:pt x="382440" y="228832"/>
                </a:lnTo>
                <a:lnTo>
                  <a:pt x="426443" y="243276"/>
                </a:lnTo>
                <a:lnTo>
                  <a:pt x="471228" y="255930"/>
                </a:lnTo>
                <a:lnTo>
                  <a:pt x="516751" y="266753"/>
                </a:lnTo>
                <a:lnTo>
                  <a:pt x="562970" y="275703"/>
                </a:lnTo>
                <a:lnTo>
                  <a:pt x="609845" y="282737"/>
                </a:lnTo>
                <a:lnTo>
                  <a:pt x="657332" y="287813"/>
                </a:lnTo>
                <a:lnTo>
                  <a:pt x="693660" y="290138"/>
                </a:lnTo>
              </a:path>
            </a:pathLst>
          </a:custGeom>
          <a:ln w="380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954161" y="7459892"/>
            <a:ext cx="1058545" cy="1058545"/>
          </a:xfrm>
          <a:custGeom>
            <a:avLst/>
            <a:gdLst/>
            <a:ahLst/>
            <a:cxnLst/>
            <a:rect l="l" t="t" r="r" b="b"/>
            <a:pathLst>
              <a:path w="1058545" h="1058545">
                <a:moveTo>
                  <a:pt x="0" y="1057981"/>
                </a:moveTo>
                <a:lnTo>
                  <a:pt x="83814" y="1050579"/>
                </a:lnTo>
                <a:lnTo>
                  <a:pt x="130689" y="1043545"/>
                </a:lnTo>
                <a:lnTo>
                  <a:pt x="176909" y="1034596"/>
                </a:lnTo>
                <a:lnTo>
                  <a:pt x="222432" y="1023773"/>
                </a:lnTo>
                <a:lnTo>
                  <a:pt x="267216" y="1011119"/>
                </a:lnTo>
                <a:lnTo>
                  <a:pt x="311219" y="996675"/>
                </a:lnTo>
                <a:lnTo>
                  <a:pt x="354400" y="980483"/>
                </a:lnTo>
                <a:lnTo>
                  <a:pt x="396715" y="962586"/>
                </a:lnTo>
                <a:lnTo>
                  <a:pt x="438124" y="943026"/>
                </a:lnTo>
                <a:lnTo>
                  <a:pt x="478583" y="921844"/>
                </a:lnTo>
                <a:lnTo>
                  <a:pt x="518052" y="899083"/>
                </a:lnTo>
                <a:lnTo>
                  <a:pt x="556487" y="874784"/>
                </a:lnTo>
                <a:lnTo>
                  <a:pt x="593848" y="848991"/>
                </a:lnTo>
                <a:lnTo>
                  <a:pt x="630091" y="821744"/>
                </a:lnTo>
                <a:lnTo>
                  <a:pt x="665175" y="793085"/>
                </a:lnTo>
                <a:lnTo>
                  <a:pt x="699059" y="763058"/>
                </a:lnTo>
                <a:lnTo>
                  <a:pt x="731699" y="731703"/>
                </a:lnTo>
                <a:lnTo>
                  <a:pt x="763053" y="699063"/>
                </a:lnTo>
                <a:lnTo>
                  <a:pt x="793081" y="665180"/>
                </a:lnTo>
                <a:lnTo>
                  <a:pt x="821739" y="630095"/>
                </a:lnTo>
                <a:lnTo>
                  <a:pt x="848987" y="593852"/>
                </a:lnTo>
                <a:lnTo>
                  <a:pt x="874780" y="556491"/>
                </a:lnTo>
                <a:lnTo>
                  <a:pt x="899079" y="518056"/>
                </a:lnTo>
                <a:lnTo>
                  <a:pt x="921840" y="478587"/>
                </a:lnTo>
                <a:lnTo>
                  <a:pt x="943022" y="438128"/>
                </a:lnTo>
                <a:lnTo>
                  <a:pt x="962582" y="396719"/>
                </a:lnTo>
                <a:lnTo>
                  <a:pt x="980479" y="354404"/>
                </a:lnTo>
                <a:lnTo>
                  <a:pt x="996670" y="311223"/>
                </a:lnTo>
                <a:lnTo>
                  <a:pt x="1011114" y="267220"/>
                </a:lnTo>
                <a:lnTo>
                  <a:pt x="1023769" y="222436"/>
                </a:lnTo>
                <a:lnTo>
                  <a:pt x="1034592" y="176913"/>
                </a:lnTo>
                <a:lnTo>
                  <a:pt x="1043541" y="130693"/>
                </a:lnTo>
                <a:lnTo>
                  <a:pt x="1050575" y="83818"/>
                </a:lnTo>
                <a:lnTo>
                  <a:pt x="1055651" y="36331"/>
                </a:lnTo>
                <a:lnTo>
                  <a:pt x="1057977" y="0"/>
                </a:lnTo>
              </a:path>
            </a:pathLst>
          </a:custGeom>
          <a:ln w="380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392286" y="6396239"/>
            <a:ext cx="620395" cy="943610"/>
          </a:xfrm>
          <a:custGeom>
            <a:avLst/>
            <a:gdLst/>
            <a:ahLst/>
            <a:cxnLst/>
            <a:rect l="l" t="t" r="r" b="b"/>
            <a:pathLst>
              <a:path w="620395" h="943609">
                <a:moveTo>
                  <a:pt x="619853" y="943026"/>
                </a:moveTo>
                <a:lnTo>
                  <a:pt x="612451" y="859207"/>
                </a:lnTo>
                <a:lnTo>
                  <a:pt x="605417" y="812332"/>
                </a:lnTo>
                <a:lnTo>
                  <a:pt x="596468" y="766112"/>
                </a:lnTo>
                <a:lnTo>
                  <a:pt x="585645" y="720589"/>
                </a:lnTo>
                <a:lnTo>
                  <a:pt x="572990" y="675805"/>
                </a:lnTo>
                <a:lnTo>
                  <a:pt x="558546" y="631802"/>
                </a:lnTo>
                <a:lnTo>
                  <a:pt x="542355" y="588622"/>
                </a:lnTo>
                <a:lnTo>
                  <a:pt x="524458" y="546306"/>
                </a:lnTo>
                <a:lnTo>
                  <a:pt x="504897" y="504898"/>
                </a:lnTo>
                <a:lnTo>
                  <a:pt x="483716" y="464438"/>
                </a:lnTo>
                <a:lnTo>
                  <a:pt x="460955" y="424969"/>
                </a:lnTo>
                <a:lnTo>
                  <a:pt x="436656" y="386534"/>
                </a:lnTo>
                <a:lnTo>
                  <a:pt x="410862" y="349173"/>
                </a:lnTo>
                <a:lnTo>
                  <a:pt x="383615" y="312930"/>
                </a:lnTo>
                <a:lnTo>
                  <a:pt x="354957" y="277846"/>
                </a:lnTo>
                <a:lnTo>
                  <a:pt x="324929" y="243963"/>
                </a:lnTo>
                <a:lnTo>
                  <a:pt x="293574" y="211323"/>
                </a:lnTo>
                <a:lnTo>
                  <a:pt x="260934" y="179968"/>
                </a:lnTo>
                <a:lnTo>
                  <a:pt x="227051" y="149940"/>
                </a:lnTo>
                <a:lnTo>
                  <a:pt x="191967" y="121282"/>
                </a:lnTo>
                <a:lnTo>
                  <a:pt x="155724" y="94035"/>
                </a:lnTo>
                <a:lnTo>
                  <a:pt x="118363" y="68241"/>
                </a:lnTo>
                <a:lnTo>
                  <a:pt x="79927" y="43942"/>
                </a:lnTo>
                <a:lnTo>
                  <a:pt x="40459" y="21181"/>
                </a:lnTo>
                <a:lnTo>
                  <a:pt x="0" y="0"/>
                </a:lnTo>
              </a:path>
            </a:pathLst>
          </a:custGeom>
          <a:ln w="380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14675" y="5175656"/>
            <a:ext cx="12700" cy="107314"/>
          </a:xfrm>
          <a:custGeom>
            <a:avLst/>
            <a:gdLst/>
            <a:ahLst/>
            <a:cxnLst/>
            <a:rect l="l" t="t" r="r" b="b"/>
            <a:pathLst>
              <a:path w="12700" h="107314">
                <a:moveTo>
                  <a:pt x="0" y="107204"/>
                </a:moveTo>
                <a:lnTo>
                  <a:pt x="7432" y="61615"/>
                </a:lnTo>
                <a:lnTo>
                  <a:pt x="11961" y="15115"/>
                </a:lnTo>
                <a:lnTo>
                  <a:pt x="12450" y="0"/>
                </a:lnTo>
              </a:path>
            </a:pathLst>
          </a:custGeom>
          <a:ln w="380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0" y="4429628"/>
            <a:ext cx="627380" cy="681990"/>
          </a:xfrm>
          <a:custGeom>
            <a:avLst/>
            <a:gdLst/>
            <a:ahLst/>
            <a:cxnLst/>
            <a:rect l="l" t="t" r="r" b="b"/>
            <a:pathLst>
              <a:path w="627380" h="681989">
                <a:moveTo>
                  <a:pt x="627125" y="681622"/>
                </a:moveTo>
                <a:lnTo>
                  <a:pt x="622107" y="620007"/>
                </a:lnTo>
                <a:lnTo>
                  <a:pt x="614675" y="574418"/>
                </a:lnTo>
                <a:lnTo>
                  <a:pt x="604434" y="529837"/>
                </a:lnTo>
                <a:lnTo>
                  <a:pt x="591479" y="486357"/>
                </a:lnTo>
                <a:lnTo>
                  <a:pt x="575905" y="444074"/>
                </a:lnTo>
                <a:lnTo>
                  <a:pt x="557806" y="403082"/>
                </a:lnTo>
                <a:lnTo>
                  <a:pt x="537279" y="363477"/>
                </a:lnTo>
                <a:lnTo>
                  <a:pt x="514417" y="325352"/>
                </a:lnTo>
                <a:lnTo>
                  <a:pt x="489315" y="288804"/>
                </a:lnTo>
                <a:lnTo>
                  <a:pt x="462068" y="253926"/>
                </a:lnTo>
                <a:lnTo>
                  <a:pt x="432772" y="220814"/>
                </a:lnTo>
                <a:lnTo>
                  <a:pt x="401520" y="189562"/>
                </a:lnTo>
                <a:lnTo>
                  <a:pt x="368408" y="160265"/>
                </a:lnTo>
                <a:lnTo>
                  <a:pt x="333530" y="133019"/>
                </a:lnTo>
                <a:lnTo>
                  <a:pt x="296981" y="107917"/>
                </a:lnTo>
                <a:lnTo>
                  <a:pt x="258857" y="85055"/>
                </a:lnTo>
                <a:lnTo>
                  <a:pt x="219251" y="64527"/>
                </a:lnTo>
                <a:lnTo>
                  <a:pt x="178260" y="46429"/>
                </a:lnTo>
                <a:lnTo>
                  <a:pt x="135977" y="30855"/>
                </a:lnTo>
                <a:lnTo>
                  <a:pt x="92497" y="17900"/>
                </a:lnTo>
                <a:lnTo>
                  <a:pt x="47915" y="7659"/>
                </a:lnTo>
                <a:lnTo>
                  <a:pt x="2327" y="226"/>
                </a:lnTo>
                <a:lnTo>
                  <a:pt x="0" y="0"/>
                </a:lnTo>
              </a:path>
            </a:pathLst>
          </a:custGeom>
          <a:ln w="380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0566503" y="756878"/>
            <a:ext cx="6686549" cy="89058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725039" y="3102766"/>
            <a:ext cx="4723765" cy="1918970"/>
          </a:xfrm>
          <a:prstGeom prst="rect">
            <a:avLst/>
          </a:prstGeom>
        </p:spPr>
        <p:txBody>
          <a:bodyPr wrap="square" lIns="0" tIns="190500" rIns="0" bIns="0" rtlCol="0" vert="horz">
            <a:spAutoFit/>
          </a:bodyPr>
          <a:lstStyle/>
          <a:p>
            <a:pPr marL="12700" marR="5080" indent="639445">
              <a:lnSpc>
                <a:spcPts val="6750"/>
              </a:lnSpc>
              <a:spcBef>
                <a:spcPts val="1500"/>
              </a:spcBef>
            </a:pPr>
            <a:r>
              <a:rPr dirty="0" sz="6800" spc="290">
                <a:solidFill>
                  <a:srgbClr val="202025"/>
                </a:solidFill>
                <a:latin typeface="Arial"/>
                <a:cs typeface="Arial"/>
              </a:rPr>
              <a:t>Riding </a:t>
            </a:r>
            <a:r>
              <a:rPr dirty="0" sz="6800" spc="715">
                <a:solidFill>
                  <a:srgbClr val="202025"/>
                </a:solidFill>
                <a:latin typeface="Arial"/>
                <a:cs typeface="Arial"/>
              </a:rPr>
              <a:t>a  </a:t>
            </a:r>
            <a:r>
              <a:rPr dirty="0" sz="6800" spc="505">
                <a:solidFill>
                  <a:srgbClr val="202025"/>
                </a:solidFill>
                <a:latin typeface="Arial"/>
                <a:cs typeface="Arial"/>
              </a:rPr>
              <a:t>M</a:t>
            </a:r>
            <a:r>
              <a:rPr dirty="0" sz="6800" spc="340">
                <a:solidFill>
                  <a:srgbClr val="202025"/>
                </a:solidFill>
                <a:latin typeface="Arial"/>
                <a:cs typeface="Arial"/>
              </a:rPr>
              <a:t>o</a:t>
            </a:r>
            <a:r>
              <a:rPr dirty="0" sz="6800" spc="615">
                <a:solidFill>
                  <a:srgbClr val="202025"/>
                </a:solidFill>
                <a:latin typeface="Arial"/>
                <a:cs typeface="Arial"/>
              </a:rPr>
              <a:t>t</a:t>
            </a:r>
            <a:r>
              <a:rPr dirty="0" sz="6800" spc="340">
                <a:solidFill>
                  <a:srgbClr val="202025"/>
                </a:solidFill>
                <a:latin typeface="Arial"/>
                <a:cs typeface="Arial"/>
              </a:rPr>
              <a:t>o</a:t>
            </a:r>
            <a:r>
              <a:rPr dirty="0" sz="6800" spc="445">
                <a:solidFill>
                  <a:srgbClr val="202025"/>
                </a:solidFill>
                <a:latin typeface="Arial"/>
                <a:cs typeface="Arial"/>
              </a:rPr>
              <a:t>r</a:t>
            </a:r>
            <a:r>
              <a:rPr dirty="0" sz="6800" spc="459">
                <a:solidFill>
                  <a:srgbClr val="202025"/>
                </a:solidFill>
                <a:latin typeface="Arial"/>
                <a:cs typeface="Arial"/>
              </a:rPr>
              <a:t>c</a:t>
            </a:r>
            <a:r>
              <a:rPr dirty="0" sz="6800" spc="254">
                <a:solidFill>
                  <a:srgbClr val="202025"/>
                </a:solidFill>
                <a:latin typeface="Arial"/>
                <a:cs typeface="Arial"/>
              </a:rPr>
              <a:t>y</a:t>
            </a:r>
            <a:r>
              <a:rPr dirty="0" sz="6800" spc="525">
                <a:solidFill>
                  <a:srgbClr val="202025"/>
                </a:solidFill>
                <a:latin typeface="Arial"/>
                <a:cs typeface="Arial"/>
              </a:rPr>
              <a:t>c</a:t>
            </a:r>
            <a:r>
              <a:rPr dirty="0" sz="6800" spc="15">
                <a:solidFill>
                  <a:srgbClr val="202025"/>
                </a:solidFill>
                <a:latin typeface="Arial"/>
                <a:cs typeface="Arial"/>
              </a:rPr>
              <a:t>l</a:t>
            </a:r>
            <a:r>
              <a:rPr dirty="0" sz="6800" spc="575">
                <a:solidFill>
                  <a:srgbClr val="202025"/>
                </a:solidFill>
                <a:latin typeface="Arial"/>
                <a:cs typeface="Arial"/>
              </a:rPr>
              <a:t>e</a:t>
            </a:r>
            <a:endParaRPr sz="6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97119" y="5766142"/>
            <a:ext cx="3780154" cy="730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5825" marR="5080" indent="-873760">
              <a:lnSpc>
                <a:spcPct val="115599"/>
              </a:lnSpc>
              <a:spcBef>
                <a:spcPts val="100"/>
              </a:spcBef>
              <a:tabLst>
                <a:tab pos="660400" algn="l"/>
                <a:tab pos="1899920" algn="l"/>
                <a:tab pos="2369820" algn="l"/>
                <a:tab pos="3610610" algn="l"/>
              </a:tabLst>
            </a:pPr>
            <a:r>
              <a:rPr dirty="0" sz="2000" spc="-120" i="1">
                <a:solidFill>
                  <a:srgbClr val="202025"/>
                </a:solidFill>
                <a:latin typeface="Verdana"/>
                <a:cs typeface="Verdana"/>
              </a:rPr>
              <a:t>m</a:t>
            </a:r>
            <a:r>
              <a:rPr dirty="0" sz="2000" spc="-140" i="1">
                <a:solidFill>
                  <a:srgbClr val="202025"/>
                </a:solidFill>
                <a:latin typeface="Verdana"/>
                <a:cs typeface="Verdana"/>
              </a:rPr>
              <a:t> </a:t>
            </a:r>
            <a:r>
              <a:rPr dirty="0" sz="2000" spc="-165" i="1">
                <a:solidFill>
                  <a:srgbClr val="202025"/>
                </a:solidFill>
                <a:latin typeface="Verdana"/>
                <a:cs typeface="Verdana"/>
              </a:rPr>
              <a:t>y</a:t>
            </a:r>
            <a:r>
              <a:rPr dirty="0" sz="2000" i="1">
                <a:solidFill>
                  <a:srgbClr val="202025"/>
                </a:solidFill>
                <a:latin typeface="Verdana"/>
                <a:cs typeface="Verdana"/>
              </a:rPr>
              <a:t>	</a:t>
            </a:r>
            <a:r>
              <a:rPr dirty="0" sz="2000" spc="-110" i="1">
                <a:solidFill>
                  <a:srgbClr val="202025"/>
                </a:solidFill>
                <a:latin typeface="Verdana"/>
                <a:cs typeface="Verdana"/>
              </a:rPr>
              <a:t>h</a:t>
            </a:r>
            <a:r>
              <a:rPr dirty="0" sz="2000" spc="-140" i="1">
                <a:solidFill>
                  <a:srgbClr val="202025"/>
                </a:solidFill>
                <a:latin typeface="Verdana"/>
                <a:cs typeface="Verdana"/>
              </a:rPr>
              <a:t> </a:t>
            </a:r>
            <a:r>
              <a:rPr dirty="0" sz="2000" spc="-15" i="1">
                <a:solidFill>
                  <a:srgbClr val="202025"/>
                </a:solidFill>
                <a:latin typeface="Verdana"/>
                <a:cs typeface="Verdana"/>
              </a:rPr>
              <a:t>o</a:t>
            </a:r>
            <a:r>
              <a:rPr dirty="0" sz="2000" spc="-140" i="1">
                <a:solidFill>
                  <a:srgbClr val="202025"/>
                </a:solidFill>
                <a:latin typeface="Verdana"/>
                <a:cs typeface="Verdana"/>
              </a:rPr>
              <a:t> </a:t>
            </a:r>
            <a:r>
              <a:rPr dirty="0" sz="2000" spc="-30" i="1">
                <a:solidFill>
                  <a:srgbClr val="202025"/>
                </a:solidFill>
                <a:latin typeface="Verdana"/>
                <a:cs typeface="Verdana"/>
              </a:rPr>
              <a:t>b</a:t>
            </a:r>
            <a:r>
              <a:rPr dirty="0" sz="2000" spc="-140" i="1">
                <a:solidFill>
                  <a:srgbClr val="202025"/>
                </a:solidFill>
                <a:latin typeface="Verdana"/>
                <a:cs typeface="Verdana"/>
              </a:rPr>
              <a:t> </a:t>
            </a:r>
            <a:r>
              <a:rPr dirty="0" sz="2000" spc="-30" i="1">
                <a:solidFill>
                  <a:srgbClr val="202025"/>
                </a:solidFill>
                <a:latin typeface="Verdana"/>
                <a:cs typeface="Verdana"/>
              </a:rPr>
              <a:t>b</a:t>
            </a:r>
            <a:r>
              <a:rPr dirty="0" sz="2000" spc="-140" i="1">
                <a:solidFill>
                  <a:srgbClr val="202025"/>
                </a:solidFill>
                <a:latin typeface="Verdana"/>
                <a:cs typeface="Verdana"/>
              </a:rPr>
              <a:t> </a:t>
            </a:r>
            <a:r>
              <a:rPr dirty="0" sz="2000" spc="-165" i="1">
                <a:solidFill>
                  <a:srgbClr val="202025"/>
                </a:solidFill>
                <a:latin typeface="Verdana"/>
                <a:cs typeface="Verdana"/>
              </a:rPr>
              <a:t>y</a:t>
            </a:r>
            <a:r>
              <a:rPr dirty="0" sz="2000" i="1">
                <a:solidFill>
                  <a:srgbClr val="202025"/>
                </a:solidFill>
                <a:latin typeface="Verdana"/>
                <a:cs typeface="Verdana"/>
              </a:rPr>
              <a:t>	</a:t>
            </a:r>
            <a:r>
              <a:rPr dirty="0" sz="2000" spc="-110" i="1">
                <a:solidFill>
                  <a:srgbClr val="202025"/>
                </a:solidFill>
                <a:latin typeface="Verdana"/>
                <a:cs typeface="Verdana"/>
              </a:rPr>
              <a:t>i</a:t>
            </a:r>
            <a:r>
              <a:rPr dirty="0" sz="2000" spc="-140" i="1">
                <a:solidFill>
                  <a:srgbClr val="202025"/>
                </a:solidFill>
                <a:latin typeface="Verdana"/>
                <a:cs typeface="Verdana"/>
              </a:rPr>
              <a:t> </a:t>
            </a:r>
            <a:r>
              <a:rPr dirty="0" sz="2000" spc="-35" i="1">
                <a:solidFill>
                  <a:srgbClr val="202025"/>
                </a:solidFill>
                <a:latin typeface="Verdana"/>
                <a:cs typeface="Verdana"/>
              </a:rPr>
              <a:t>s</a:t>
            </a:r>
            <a:r>
              <a:rPr dirty="0" sz="2000" i="1">
                <a:solidFill>
                  <a:srgbClr val="202025"/>
                </a:solidFill>
                <a:latin typeface="Verdana"/>
                <a:cs typeface="Verdana"/>
              </a:rPr>
              <a:t>	</a:t>
            </a:r>
            <a:r>
              <a:rPr dirty="0" sz="2000" spc="-95" i="1">
                <a:solidFill>
                  <a:srgbClr val="202025"/>
                </a:solidFill>
                <a:latin typeface="Verdana"/>
                <a:cs typeface="Verdana"/>
              </a:rPr>
              <a:t>r</a:t>
            </a:r>
            <a:r>
              <a:rPr dirty="0" sz="2000" spc="-140" i="1">
                <a:solidFill>
                  <a:srgbClr val="202025"/>
                </a:solidFill>
                <a:latin typeface="Verdana"/>
                <a:cs typeface="Verdana"/>
              </a:rPr>
              <a:t> </a:t>
            </a:r>
            <a:r>
              <a:rPr dirty="0" sz="2000" spc="-110" i="1">
                <a:solidFill>
                  <a:srgbClr val="202025"/>
                </a:solidFill>
                <a:latin typeface="Verdana"/>
                <a:cs typeface="Verdana"/>
              </a:rPr>
              <a:t>i</a:t>
            </a:r>
            <a:r>
              <a:rPr dirty="0" sz="2000" spc="-140" i="1">
                <a:solidFill>
                  <a:srgbClr val="202025"/>
                </a:solidFill>
                <a:latin typeface="Verdana"/>
                <a:cs typeface="Verdana"/>
              </a:rPr>
              <a:t> </a:t>
            </a:r>
            <a:r>
              <a:rPr dirty="0" sz="2000" spc="-25" i="1">
                <a:solidFill>
                  <a:srgbClr val="202025"/>
                </a:solidFill>
                <a:latin typeface="Verdana"/>
                <a:cs typeface="Verdana"/>
              </a:rPr>
              <a:t>d</a:t>
            </a:r>
            <a:r>
              <a:rPr dirty="0" sz="2000" spc="-140" i="1">
                <a:solidFill>
                  <a:srgbClr val="202025"/>
                </a:solidFill>
                <a:latin typeface="Verdana"/>
                <a:cs typeface="Verdana"/>
              </a:rPr>
              <a:t> </a:t>
            </a:r>
            <a:r>
              <a:rPr dirty="0" sz="2000" spc="-110" i="1">
                <a:solidFill>
                  <a:srgbClr val="202025"/>
                </a:solidFill>
                <a:latin typeface="Verdana"/>
                <a:cs typeface="Verdana"/>
              </a:rPr>
              <a:t>i</a:t>
            </a:r>
            <a:r>
              <a:rPr dirty="0" sz="2000" spc="-140" i="1">
                <a:solidFill>
                  <a:srgbClr val="202025"/>
                </a:solidFill>
                <a:latin typeface="Verdana"/>
                <a:cs typeface="Verdana"/>
              </a:rPr>
              <a:t> </a:t>
            </a:r>
            <a:r>
              <a:rPr dirty="0" sz="2000" spc="-100" i="1">
                <a:solidFill>
                  <a:srgbClr val="202025"/>
                </a:solidFill>
                <a:latin typeface="Verdana"/>
                <a:cs typeface="Verdana"/>
              </a:rPr>
              <a:t>n</a:t>
            </a:r>
            <a:r>
              <a:rPr dirty="0" sz="2000" spc="-140" i="1">
                <a:solidFill>
                  <a:srgbClr val="202025"/>
                </a:solidFill>
                <a:latin typeface="Verdana"/>
                <a:cs typeface="Verdana"/>
              </a:rPr>
              <a:t> </a:t>
            </a:r>
            <a:r>
              <a:rPr dirty="0" sz="2000" spc="-15" i="1">
                <a:solidFill>
                  <a:srgbClr val="202025"/>
                </a:solidFill>
                <a:latin typeface="Verdana"/>
                <a:cs typeface="Verdana"/>
              </a:rPr>
              <a:t>g</a:t>
            </a:r>
            <a:r>
              <a:rPr dirty="0" sz="2000" i="1">
                <a:solidFill>
                  <a:srgbClr val="202025"/>
                </a:solidFill>
                <a:latin typeface="Verdana"/>
                <a:cs typeface="Verdana"/>
              </a:rPr>
              <a:t>	</a:t>
            </a:r>
            <a:r>
              <a:rPr dirty="0" sz="2000" spc="15" i="1">
                <a:solidFill>
                  <a:srgbClr val="202025"/>
                </a:solidFill>
                <a:latin typeface="Verdana"/>
                <a:cs typeface="Verdana"/>
              </a:rPr>
              <a:t>a </a:t>
            </a:r>
            <a:r>
              <a:rPr dirty="0" sz="2000" spc="10" i="1">
                <a:solidFill>
                  <a:srgbClr val="202025"/>
                </a:solidFill>
                <a:latin typeface="Verdana"/>
                <a:cs typeface="Verdana"/>
              </a:rPr>
              <a:t> </a:t>
            </a:r>
            <a:r>
              <a:rPr dirty="0" sz="2000" spc="-120" i="1">
                <a:solidFill>
                  <a:srgbClr val="202025"/>
                </a:solidFill>
                <a:latin typeface="Verdana"/>
                <a:cs typeface="Verdana"/>
              </a:rPr>
              <a:t>m</a:t>
            </a:r>
            <a:r>
              <a:rPr dirty="0" sz="2000" spc="-145" i="1">
                <a:solidFill>
                  <a:srgbClr val="202025"/>
                </a:solidFill>
                <a:latin typeface="Verdana"/>
                <a:cs typeface="Verdana"/>
              </a:rPr>
              <a:t> </a:t>
            </a:r>
            <a:r>
              <a:rPr dirty="0" sz="2000" spc="-15" i="1">
                <a:solidFill>
                  <a:srgbClr val="202025"/>
                </a:solidFill>
                <a:latin typeface="Verdana"/>
                <a:cs typeface="Verdana"/>
              </a:rPr>
              <a:t>o</a:t>
            </a:r>
            <a:r>
              <a:rPr dirty="0" sz="2000" spc="-145" i="1">
                <a:solidFill>
                  <a:srgbClr val="202025"/>
                </a:solidFill>
                <a:latin typeface="Verdana"/>
                <a:cs typeface="Verdana"/>
              </a:rPr>
              <a:t> </a:t>
            </a:r>
            <a:r>
              <a:rPr dirty="0" sz="2000" spc="-60" i="1">
                <a:solidFill>
                  <a:srgbClr val="202025"/>
                </a:solidFill>
                <a:latin typeface="Verdana"/>
                <a:cs typeface="Verdana"/>
              </a:rPr>
              <a:t>t</a:t>
            </a:r>
            <a:r>
              <a:rPr dirty="0" sz="2000" spc="-145" i="1">
                <a:solidFill>
                  <a:srgbClr val="202025"/>
                </a:solidFill>
                <a:latin typeface="Verdana"/>
                <a:cs typeface="Verdana"/>
              </a:rPr>
              <a:t> </a:t>
            </a:r>
            <a:r>
              <a:rPr dirty="0" sz="2000" spc="-15" i="1">
                <a:solidFill>
                  <a:srgbClr val="202025"/>
                </a:solidFill>
                <a:latin typeface="Verdana"/>
                <a:cs typeface="Verdana"/>
              </a:rPr>
              <a:t>o</a:t>
            </a:r>
            <a:r>
              <a:rPr dirty="0" sz="2000" spc="-140" i="1">
                <a:solidFill>
                  <a:srgbClr val="202025"/>
                </a:solidFill>
                <a:latin typeface="Verdana"/>
                <a:cs typeface="Verdana"/>
              </a:rPr>
              <a:t> </a:t>
            </a:r>
            <a:r>
              <a:rPr dirty="0" sz="2000" spc="-95" i="1">
                <a:solidFill>
                  <a:srgbClr val="202025"/>
                </a:solidFill>
                <a:latin typeface="Verdana"/>
                <a:cs typeface="Verdana"/>
              </a:rPr>
              <a:t>r</a:t>
            </a:r>
            <a:r>
              <a:rPr dirty="0" sz="2000" spc="-145" i="1">
                <a:solidFill>
                  <a:srgbClr val="202025"/>
                </a:solidFill>
                <a:latin typeface="Verdana"/>
                <a:cs typeface="Verdana"/>
              </a:rPr>
              <a:t> </a:t>
            </a:r>
            <a:r>
              <a:rPr dirty="0" sz="2000" spc="85" i="1">
                <a:solidFill>
                  <a:srgbClr val="202025"/>
                </a:solidFill>
                <a:latin typeface="Verdana"/>
                <a:cs typeface="Verdana"/>
              </a:rPr>
              <a:t>c</a:t>
            </a:r>
            <a:r>
              <a:rPr dirty="0" sz="2000" spc="-145" i="1">
                <a:solidFill>
                  <a:srgbClr val="202025"/>
                </a:solidFill>
                <a:latin typeface="Verdana"/>
                <a:cs typeface="Verdana"/>
              </a:rPr>
              <a:t> </a:t>
            </a:r>
            <a:r>
              <a:rPr dirty="0" sz="2000" spc="-165" i="1">
                <a:solidFill>
                  <a:srgbClr val="202025"/>
                </a:solidFill>
                <a:latin typeface="Verdana"/>
                <a:cs typeface="Verdana"/>
              </a:rPr>
              <a:t>y</a:t>
            </a:r>
            <a:r>
              <a:rPr dirty="0" sz="2000" spc="-145" i="1">
                <a:solidFill>
                  <a:srgbClr val="202025"/>
                </a:solidFill>
                <a:latin typeface="Verdana"/>
                <a:cs typeface="Verdana"/>
              </a:rPr>
              <a:t> </a:t>
            </a:r>
            <a:r>
              <a:rPr dirty="0" sz="2000" spc="85" i="1">
                <a:solidFill>
                  <a:srgbClr val="202025"/>
                </a:solidFill>
                <a:latin typeface="Verdana"/>
                <a:cs typeface="Verdana"/>
              </a:rPr>
              <a:t>c</a:t>
            </a:r>
            <a:r>
              <a:rPr dirty="0" sz="2000" spc="-140" i="1">
                <a:solidFill>
                  <a:srgbClr val="202025"/>
                </a:solidFill>
                <a:latin typeface="Verdana"/>
                <a:cs typeface="Verdana"/>
              </a:rPr>
              <a:t> </a:t>
            </a:r>
            <a:r>
              <a:rPr dirty="0" sz="2000" i="1">
                <a:solidFill>
                  <a:srgbClr val="202025"/>
                </a:solidFill>
                <a:latin typeface="Verdana"/>
                <a:cs typeface="Verdana"/>
              </a:rPr>
              <a:t>l</a:t>
            </a:r>
            <a:r>
              <a:rPr dirty="0" sz="2000" spc="-145" i="1">
                <a:solidFill>
                  <a:srgbClr val="202025"/>
                </a:solidFill>
                <a:latin typeface="Verdana"/>
                <a:cs typeface="Verdana"/>
              </a:rPr>
              <a:t> </a:t>
            </a:r>
            <a:r>
              <a:rPr dirty="0" sz="2000" spc="-15" i="1">
                <a:solidFill>
                  <a:srgbClr val="202025"/>
                </a:solidFill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3168703" y="2015823"/>
            <a:ext cx="3837940" cy="578485"/>
          </a:xfrm>
          <a:prstGeom prst="rect"/>
          <a:solidFill>
            <a:srgbClr val="F4F5F0"/>
          </a:solidFill>
        </p:spPr>
        <p:txBody>
          <a:bodyPr wrap="square" lIns="0" tIns="69850" rIns="0" bIns="0" rtlCol="0" vert="horz">
            <a:spAutoFit/>
          </a:bodyPr>
          <a:lstStyle/>
          <a:p>
            <a:pPr marL="220979">
              <a:lnSpc>
                <a:spcPct val="100000"/>
              </a:lnSpc>
              <a:spcBef>
                <a:spcPts val="550"/>
              </a:spcBef>
            </a:pPr>
            <a:r>
              <a:rPr dirty="0" sz="2400" spc="250" b="1">
                <a:solidFill>
                  <a:srgbClr val="202025"/>
                </a:solidFill>
                <a:latin typeface="Calibri"/>
                <a:cs typeface="Calibri"/>
              </a:rPr>
              <a:t>Purevkhuu</a:t>
            </a:r>
            <a:r>
              <a:rPr dirty="0" sz="2400" spc="110" b="1">
                <a:solidFill>
                  <a:srgbClr val="202025"/>
                </a:solidFill>
                <a:latin typeface="Calibri"/>
                <a:cs typeface="Calibri"/>
              </a:rPr>
              <a:t> </a:t>
            </a:r>
            <a:r>
              <a:rPr dirty="0" sz="2400" spc="270" b="1">
                <a:solidFill>
                  <a:srgbClr val="202025"/>
                </a:solidFill>
                <a:latin typeface="Calibri"/>
                <a:cs typeface="Calibri"/>
              </a:rPr>
              <a:t>Enkhbayar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20222" y="4457915"/>
            <a:ext cx="633095" cy="633095"/>
          </a:xfrm>
          <a:custGeom>
            <a:avLst/>
            <a:gdLst/>
            <a:ahLst/>
            <a:cxnLst/>
            <a:rect l="l" t="t" r="r" b="b"/>
            <a:pathLst>
              <a:path w="633095" h="633095">
                <a:moveTo>
                  <a:pt x="316303" y="632606"/>
                </a:moveTo>
                <a:lnTo>
                  <a:pt x="277581" y="630227"/>
                </a:lnTo>
                <a:lnTo>
                  <a:pt x="239447" y="623127"/>
                </a:lnTo>
                <a:lnTo>
                  <a:pt x="202469" y="611412"/>
                </a:lnTo>
                <a:lnTo>
                  <a:pt x="167198" y="595257"/>
                </a:lnTo>
                <a:lnTo>
                  <a:pt x="134171" y="574906"/>
                </a:lnTo>
                <a:lnTo>
                  <a:pt x="103886" y="550668"/>
                </a:lnTo>
                <a:lnTo>
                  <a:pt x="76797" y="522905"/>
                </a:lnTo>
                <a:lnTo>
                  <a:pt x="53306" y="492031"/>
                </a:lnTo>
                <a:lnTo>
                  <a:pt x="33772" y="458514"/>
                </a:lnTo>
                <a:lnTo>
                  <a:pt x="18489" y="422862"/>
                </a:lnTo>
                <a:lnTo>
                  <a:pt x="7685" y="385607"/>
                </a:lnTo>
                <a:lnTo>
                  <a:pt x="1523" y="347306"/>
                </a:lnTo>
                <a:lnTo>
                  <a:pt x="0" y="316303"/>
                </a:lnTo>
                <a:lnTo>
                  <a:pt x="95" y="308538"/>
                </a:lnTo>
                <a:lnTo>
                  <a:pt x="3423" y="269891"/>
                </a:lnTo>
                <a:lnTo>
                  <a:pt x="11456" y="231943"/>
                </a:lnTo>
                <a:lnTo>
                  <a:pt x="24077" y="195259"/>
                </a:lnTo>
                <a:lnTo>
                  <a:pt x="41092" y="160395"/>
                </a:lnTo>
                <a:lnTo>
                  <a:pt x="62245" y="127881"/>
                </a:lnTo>
                <a:lnTo>
                  <a:pt x="87219" y="98200"/>
                </a:lnTo>
                <a:lnTo>
                  <a:pt x="115642" y="71797"/>
                </a:lnTo>
                <a:lnTo>
                  <a:pt x="147083" y="49071"/>
                </a:lnTo>
                <a:lnTo>
                  <a:pt x="181065" y="30368"/>
                </a:lnTo>
                <a:lnTo>
                  <a:pt x="217082" y="15965"/>
                </a:lnTo>
                <a:lnTo>
                  <a:pt x="254595" y="6077"/>
                </a:lnTo>
                <a:lnTo>
                  <a:pt x="293036" y="856"/>
                </a:lnTo>
                <a:lnTo>
                  <a:pt x="316303" y="0"/>
                </a:lnTo>
                <a:lnTo>
                  <a:pt x="324067" y="95"/>
                </a:lnTo>
                <a:lnTo>
                  <a:pt x="362714" y="3423"/>
                </a:lnTo>
                <a:lnTo>
                  <a:pt x="400662" y="11456"/>
                </a:lnTo>
                <a:lnTo>
                  <a:pt x="437347" y="24077"/>
                </a:lnTo>
                <a:lnTo>
                  <a:pt x="472210" y="41092"/>
                </a:lnTo>
                <a:lnTo>
                  <a:pt x="504724" y="62245"/>
                </a:lnTo>
                <a:lnTo>
                  <a:pt x="534405" y="87219"/>
                </a:lnTo>
                <a:lnTo>
                  <a:pt x="560808" y="115642"/>
                </a:lnTo>
                <a:lnTo>
                  <a:pt x="583534" y="147083"/>
                </a:lnTo>
                <a:lnTo>
                  <a:pt x="602237" y="181065"/>
                </a:lnTo>
                <a:lnTo>
                  <a:pt x="616641" y="217082"/>
                </a:lnTo>
                <a:lnTo>
                  <a:pt x="626528" y="254595"/>
                </a:lnTo>
                <a:lnTo>
                  <a:pt x="631749" y="293036"/>
                </a:lnTo>
                <a:lnTo>
                  <a:pt x="632606" y="316303"/>
                </a:lnTo>
                <a:lnTo>
                  <a:pt x="632511" y="324067"/>
                </a:lnTo>
                <a:lnTo>
                  <a:pt x="629183" y="362714"/>
                </a:lnTo>
                <a:lnTo>
                  <a:pt x="621149" y="400662"/>
                </a:lnTo>
                <a:lnTo>
                  <a:pt x="608529" y="437347"/>
                </a:lnTo>
                <a:lnTo>
                  <a:pt x="591513" y="472210"/>
                </a:lnTo>
                <a:lnTo>
                  <a:pt x="570360" y="504724"/>
                </a:lnTo>
                <a:lnTo>
                  <a:pt x="545386" y="534405"/>
                </a:lnTo>
                <a:lnTo>
                  <a:pt x="516963" y="560808"/>
                </a:lnTo>
                <a:lnTo>
                  <a:pt x="485522" y="583534"/>
                </a:lnTo>
                <a:lnTo>
                  <a:pt x="451540" y="602237"/>
                </a:lnTo>
                <a:lnTo>
                  <a:pt x="415523" y="616641"/>
                </a:lnTo>
                <a:lnTo>
                  <a:pt x="378010" y="626528"/>
                </a:lnTo>
                <a:lnTo>
                  <a:pt x="339569" y="631749"/>
                </a:lnTo>
                <a:lnTo>
                  <a:pt x="316303" y="632606"/>
                </a:lnTo>
                <a:close/>
              </a:path>
            </a:pathLst>
          </a:custGeom>
          <a:solidFill>
            <a:srgbClr val="F4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863996" y="4608216"/>
            <a:ext cx="345440" cy="332105"/>
          </a:xfrm>
          <a:custGeom>
            <a:avLst/>
            <a:gdLst/>
            <a:ahLst/>
            <a:cxnLst/>
            <a:rect l="l" t="t" r="r" b="b"/>
            <a:pathLst>
              <a:path w="345440" h="332104">
                <a:moveTo>
                  <a:pt x="179057" y="332002"/>
                </a:moveTo>
                <a:lnTo>
                  <a:pt x="168237" y="329897"/>
                </a:lnTo>
                <a:lnTo>
                  <a:pt x="158723" y="323581"/>
                </a:lnTo>
                <a:lnTo>
                  <a:pt x="152406" y="314069"/>
                </a:lnTo>
                <a:lnTo>
                  <a:pt x="150301" y="303248"/>
                </a:lnTo>
                <a:lnTo>
                  <a:pt x="152406" y="292427"/>
                </a:lnTo>
                <a:lnTo>
                  <a:pt x="158723" y="282914"/>
                </a:lnTo>
                <a:lnTo>
                  <a:pt x="246883" y="194756"/>
                </a:lnTo>
                <a:lnTo>
                  <a:pt x="28754" y="194756"/>
                </a:lnTo>
                <a:lnTo>
                  <a:pt x="17561" y="192497"/>
                </a:lnTo>
                <a:lnTo>
                  <a:pt x="8421" y="186334"/>
                </a:lnTo>
                <a:lnTo>
                  <a:pt x="2259" y="177194"/>
                </a:lnTo>
                <a:lnTo>
                  <a:pt x="0" y="166001"/>
                </a:lnTo>
                <a:lnTo>
                  <a:pt x="2259" y="154809"/>
                </a:lnTo>
                <a:lnTo>
                  <a:pt x="8421" y="145669"/>
                </a:lnTo>
                <a:lnTo>
                  <a:pt x="17561" y="139506"/>
                </a:lnTo>
                <a:lnTo>
                  <a:pt x="28754" y="137247"/>
                </a:lnTo>
                <a:lnTo>
                  <a:pt x="246883" y="137247"/>
                </a:lnTo>
                <a:lnTo>
                  <a:pt x="158723" y="49087"/>
                </a:lnTo>
                <a:lnTo>
                  <a:pt x="152406" y="39575"/>
                </a:lnTo>
                <a:lnTo>
                  <a:pt x="150301" y="28755"/>
                </a:lnTo>
                <a:lnTo>
                  <a:pt x="152406" y="17935"/>
                </a:lnTo>
                <a:lnTo>
                  <a:pt x="158723" y="8422"/>
                </a:lnTo>
                <a:lnTo>
                  <a:pt x="168235" y="2105"/>
                </a:lnTo>
                <a:lnTo>
                  <a:pt x="179056" y="0"/>
                </a:lnTo>
                <a:lnTo>
                  <a:pt x="189876" y="2105"/>
                </a:lnTo>
                <a:lnTo>
                  <a:pt x="199388" y="8422"/>
                </a:lnTo>
                <a:lnTo>
                  <a:pt x="336635" y="145669"/>
                </a:lnTo>
                <a:lnTo>
                  <a:pt x="342960" y="155221"/>
                </a:lnTo>
                <a:lnTo>
                  <a:pt x="345036" y="166065"/>
                </a:lnTo>
                <a:lnTo>
                  <a:pt x="342912" y="176877"/>
                </a:lnTo>
                <a:lnTo>
                  <a:pt x="336635" y="186334"/>
                </a:lnTo>
                <a:lnTo>
                  <a:pt x="199388" y="323581"/>
                </a:lnTo>
                <a:lnTo>
                  <a:pt x="189876" y="329897"/>
                </a:lnTo>
                <a:lnTo>
                  <a:pt x="179057" y="332002"/>
                </a:lnTo>
                <a:close/>
              </a:path>
            </a:pathLst>
          </a:custGeom>
          <a:solidFill>
            <a:srgbClr val="8C90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91467" y="442916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397634" y="685799"/>
                </a:moveTo>
                <a:lnTo>
                  <a:pt x="292478" y="685799"/>
                </a:lnTo>
                <a:lnTo>
                  <a:pt x="253273" y="677798"/>
                </a:lnTo>
                <a:lnTo>
                  <a:pt x="210679" y="663017"/>
                </a:lnTo>
                <a:lnTo>
                  <a:pt x="170831" y="643033"/>
                </a:lnTo>
                <a:lnTo>
                  <a:pt x="134136" y="618257"/>
                </a:lnTo>
                <a:lnTo>
                  <a:pt x="101006" y="589098"/>
                </a:lnTo>
                <a:lnTo>
                  <a:pt x="71849" y="555967"/>
                </a:lnTo>
                <a:lnTo>
                  <a:pt x="47075" y="519272"/>
                </a:lnTo>
                <a:lnTo>
                  <a:pt x="27094" y="479424"/>
                </a:lnTo>
                <a:lnTo>
                  <a:pt x="12314" y="436832"/>
                </a:lnTo>
                <a:lnTo>
                  <a:pt x="3146" y="391907"/>
                </a:lnTo>
                <a:lnTo>
                  <a:pt x="0" y="345057"/>
                </a:lnTo>
                <a:lnTo>
                  <a:pt x="3147" y="298202"/>
                </a:lnTo>
                <a:lnTo>
                  <a:pt x="12316" y="253273"/>
                </a:lnTo>
                <a:lnTo>
                  <a:pt x="27098" y="210680"/>
                </a:lnTo>
                <a:lnTo>
                  <a:pt x="47081" y="170831"/>
                </a:lnTo>
                <a:lnTo>
                  <a:pt x="71858" y="134137"/>
                </a:lnTo>
                <a:lnTo>
                  <a:pt x="101016" y="101006"/>
                </a:lnTo>
                <a:lnTo>
                  <a:pt x="134148" y="71849"/>
                </a:lnTo>
                <a:lnTo>
                  <a:pt x="170843" y="47075"/>
                </a:lnTo>
                <a:lnTo>
                  <a:pt x="210691" y="27094"/>
                </a:lnTo>
                <a:lnTo>
                  <a:pt x="253283" y="12314"/>
                </a:lnTo>
                <a:lnTo>
                  <a:pt x="298208" y="3146"/>
                </a:lnTo>
                <a:lnTo>
                  <a:pt x="345063" y="0"/>
                </a:lnTo>
                <a:lnTo>
                  <a:pt x="391912" y="3147"/>
                </a:lnTo>
                <a:lnTo>
                  <a:pt x="436841" y="12316"/>
                </a:lnTo>
                <a:lnTo>
                  <a:pt x="479435" y="27097"/>
                </a:lnTo>
                <a:lnTo>
                  <a:pt x="519284" y="47081"/>
                </a:lnTo>
                <a:lnTo>
                  <a:pt x="534728" y="57509"/>
                </a:lnTo>
                <a:lnTo>
                  <a:pt x="345057" y="57509"/>
                </a:lnTo>
                <a:lnTo>
                  <a:pt x="298477" y="61279"/>
                </a:lnTo>
                <a:lnTo>
                  <a:pt x="254268" y="72193"/>
                </a:lnTo>
                <a:lnTo>
                  <a:pt x="213025" y="89653"/>
                </a:lnTo>
                <a:lnTo>
                  <a:pt x="175345" y="113062"/>
                </a:lnTo>
                <a:lnTo>
                  <a:pt x="141826" y="141825"/>
                </a:lnTo>
                <a:lnTo>
                  <a:pt x="113063" y="175345"/>
                </a:lnTo>
                <a:lnTo>
                  <a:pt x="89653" y="213024"/>
                </a:lnTo>
                <a:lnTo>
                  <a:pt x="72193" y="254267"/>
                </a:lnTo>
                <a:lnTo>
                  <a:pt x="61280" y="298477"/>
                </a:lnTo>
                <a:lnTo>
                  <a:pt x="57509" y="345057"/>
                </a:lnTo>
                <a:lnTo>
                  <a:pt x="61280" y="391637"/>
                </a:lnTo>
                <a:lnTo>
                  <a:pt x="72193" y="435847"/>
                </a:lnTo>
                <a:lnTo>
                  <a:pt x="89653" y="477090"/>
                </a:lnTo>
                <a:lnTo>
                  <a:pt x="113063" y="514770"/>
                </a:lnTo>
                <a:lnTo>
                  <a:pt x="141826" y="548289"/>
                </a:lnTo>
                <a:lnTo>
                  <a:pt x="175345" y="577052"/>
                </a:lnTo>
                <a:lnTo>
                  <a:pt x="213025" y="600462"/>
                </a:lnTo>
                <a:lnTo>
                  <a:pt x="254268" y="617922"/>
                </a:lnTo>
                <a:lnTo>
                  <a:pt x="298477" y="628835"/>
                </a:lnTo>
                <a:lnTo>
                  <a:pt x="345057" y="632605"/>
                </a:lnTo>
                <a:lnTo>
                  <a:pt x="534727" y="632605"/>
                </a:lnTo>
                <a:lnTo>
                  <a:pt x="519272" y="643039"/>
                </a:lnTo>
                <a:lnTo>
                  <a:pt x="479424" y="663021"/>
                </a:lnTo>
                <a:lnTo>
                  <a:pt x="436832" y="677800"/>
                </a:lnTo>
                <a:lnTo>
                  <a:pt x="397634" y="685799"/>
                </a:lnTo>
                <a:close/>
              </a:path>
              <a:path w="685800" h="685800">
                <a:moveTo>
                  <a:pt x="534727" y="632605"/>
                </a:moveTo>
                <a:lnTo>
                  <a:pt x="345057" y="632605"/>
                </a:lnTo>
                <a:lnTo>
                  <a:pt x="391638" y="628835"/>
                </a:lnTo>
                <a:lnTo>
                  <a:pt x="435847" y="617922"/>
                </a:lnTo>
                <a:lnTo>
                  <a:pt x="477090" y="600462"/>
                </a:lnTo>
                <a:lnTo>
                  <a:pt x="514770" y="577052"/>
                </a:lnTo>
                <a:lnTo>
                  <a:pt x="548289" y="548289"/>
                </a:lnTo>
                <a:lnTo>
                  <a:pt x="577052" y="514770"/>
                </a:lnTo>
                <a:lnTo>
                  <a:pt x="600462" y="477090"/>
                </a:lnTo>
                <a:lnTo>
                  <a:pt x="617922" y="435847"/>
                </a:lnTo>
                <a:lnTo>
                  <a:pt x="628835" y="391637"/>
                </a:lnTo>
                <a:lnTo>
                  <a:pt x="632606" y="345057"/>
                </a:lnTo>
                <a:lnTo>
                  <a:pt x="628835" y="298477"/>
                </a:lnTo>
                <a:lnTo>
                  <a:pt x="617922" y="254267"/>
                </a:lnTo>
                <a:lnTo>
                  <a:pt x="600462" y="213024"/>
                </a:lnTo>
                <a:lnTo>
                  <a:pt x="577052" y="175345"/>
                </a:lnTo>
                <a:lnTo>
                  <a:pt x="548289" y="141825"/>
                </a:lnTo>
                <a:lnTo>
                  <a:pt x="514770" y="113062"/>
                </a:lnTo>
                <a:lnTo>
                  <a:pt x="477090" y="89653"/>
                </a:lnTo>
                <a:lnTo>
                  <a:pt x="435847" y="72193"/>
                </a:lnTo>
                <a:lnTo>
                  <a:pt x="391638" y="61279"/>
                </a:lnTo>
                <a:lnTo>
                  <a:pt x="345057" y="57509"/>
                </a:lnTo>
                <a:lnTo>
                  <a:pt x="534728" y="57509"/>
                </a:lnTo>
                <a:lnTo>
                  <a:pt x="589108" y="101016"/>
                </a:lnTo>
                <a:lnTo>
                  <a:pt x="618265" y="134148"/>
                </a:lnTo>
                <a:lnTo>
                  <a:pt x="643039" y="170842"/>
                </a:lnTo>
                <a:lnTo>
                  <a:pt x="663021" y="210691"/>
                </a:lnTo>
                <a:lnTo>
                  <a:pt x="677800" y="253282"/>
                </a:lnTo>
                <a:lnTo>
                  <a:pt x="685799" y="292479"/>
                </a:lnTo>
                <a:lnTo>
                  <a:pt x="685799" y="397639"/>
                </a:lnTo>
                <a:lnTo>
                  <a:pt x="677799" y="436841"/>
                </a:lnTo>
                <a:lnTo>
                  <a:pt x="663017" y="479435"/>
                </a:lnTo>
                <a:lnTo>
                  <a:pt x="643034" y="519284"/>
                </a:lnTo>
                <a:lnTo>
                  <a:pt x="618257" y="555978"/>
                </a:lnTo>
                <a:lnTo>
                  <a:pt x="589099" y="589109"/>
                </a:lnTo>
                <a:lnTo>
                  <a:pt x="555967" y="618265"/>
                </a:lnTo>
                <a:lnTo>
                  <a:pt x="534727" y="632605"/>
                </a:lnTo>
                <a:close/>
              </a:path>
            </a:pathLst>
          </a:custGeom>
          <a:solidFill>
            <a:srgbClr val="8C90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277463" y="6482109"/>
            <a:ext cx="1473180" cy="36981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277463" y="6482176"/>
            <a:ext cx="1473200" cy="3698240"/>
          </a:xfrm>
          <a:custGeom>
            <a:avLst/>
            <a:gdLst/>
            <a:ahLst/>
            <a:cxnLst/>
            <a:rect l="l" t="t" r="r" b="b"/>
            <a:pathLst>
              <a:path w="1473200" h="3698240">
                <a:moveTo>
                  <a:pt x="0" y="0"/>
                </a:moveTo>
                <a:lnTo>
                  <a:pt x="1473100" y="0"/>
                </a:lnTo>
                <a:lnTo>
                  <a:pt x="1473100" y="3697946"/>
                </a:lnTo>
                <a:lnTo>
                  <a:pt x="0" y="3697946"/>
                </a:lnTo>
                <a:lnTo>
                  <a:pt x="0" y="0"/>
                </a:lnTo>
                <a:close/>
              </a:path>
            </a:pathLst>
          </a:custGeom>
          <a:ln w="228599">
            <a:solidFill>
              <a:srgbClr val="F4F5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0"/>
            <a:ext cx="4806175" cy="21056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1991205"/>
            <a:ext cx="4807585" cy="228600"/>
          </a:xfrm>
          <a:custGeom>
            <a:avLst/>
            <a:gdLst/>
            <a:ahLst/>
            <a:cxnLst/>
            <a:rect l="l" t="t" r="r" b="b"/>
            <a:pathLst>
              <a:path w="4807585" h="228600">
                <a:moveTo>
                  <a:pt x="0" y="0"/>
                </a:moveTo>
                <a:lnTo>
                  <a:pt x="4807232" y="0"/>
                </a:lnTo>
                <a:lnTo>
                  <a:pt x="4807232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4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38687" y="416497"/>
            <a:ext cx="1126490" cy="1656080"/>
          </a:xfrm>
          <a:custGeom>
            <a:avLst/>
            <a:gdLst/>
            <a:ahLst/>
            <a:cxnLst/>
            <a:rect l="l" t="t" r="r" b="b"/>
            <a:pathLst>
              <a:path w="1126489" h="1656080">
                <a:moveTo>
                  <a:pt x="1126479" y="0"/>
                </a:moveTo>
                <a:lnTo>
                  <a:pt x="1078862" y="988"/>
                </a:lnTo>
                <a:lnTo>
                  <a:pt x="1031747" y="3926"/>
                </a:lnTo>
                <a:lnTo>
                  <a:pt x="985176" y="8776"/>
                </a:lnTo>
                <a:lnTo>
                  <a:pt x="939187" y="15499"/>
                </a:lnTo>
                <a:lnTo>
                  <a:pt x="893819" y="24054"/>
                </a:lnTo>
                <a:lnTo>
                  <a:pt x="849111" y="34403"/>
                </a:lnTo>
                <a:lnTo>
                  <a:pt x="805102" y="46508"/>
                </a:lnTo>
                <a:lnTo>
                  <a:pt x="761832" y="60328"/>
                </a:lnTo>
                <a:lnTo>
                  <a:pt x="719339" y="75824"/>
                </a:lnTo>
                <a:lnTo>
                  <a:pt x="677662" y="92959"/>
                </a:lnTo>
                <a:lnTo>
                  <a:pt x="636842" y="111692"/>
                </a:lnTo>
                <a:lnTo>
                  <a:pt x="596916" y="131984"/>
                </a:lnTo>
                <a:lnTo>
                  <a:pt x="557923" y="153797"/>
                </a:lnTo>
                <a:lnTo>
                  <a:pt x="519904" y="177091"/>
                </a:lnTo>
                <a:lnTo>
                  <a:pt x="482897" y="201827"/>
                </a:lnTo>
                <a:lnTo>
                  <a:pt x="446941" y="227966"/>
                </a:lnTo>
                <a:lnTo>
                  <a:pt x="412076" y="255469"/>
                </a:lnTo>
                <a:lnTo>
                  <a:pt x="378339" y="284297"/>
                </a:lnTo>
                <a:lnTo>
                  <a:pt x="345771" y="314411"/>
                </a:lnTo>
                <a:lnTo>
                  <a:pt x="314411" y="345771"/>
                </a:lnTo>
                <a:lnTo>
                  <a:pt x="284297" y="378339"/>
                </a:lnTo>
                <a:lnTo>
                  <a:pt x="255469" y="412076"/>
                </a:lnTo>
                <a:lnTo>
                  <a:pt x="227966" y="446941"/>
                </a:lnTo>
                <a:lnTo>
                  <a:pt x="201827" y="482897"/>
                </a:lnTo>
                <a:lnTo>
                  <a:pt x="177091" y="519904"/>
                </a:lnTo>
                <a:lnTo>
                  <a:pt x="153797" y="557923"/>
                </a:lnTo>
                <a:lnTo>
                  <a:pt x="131984" y="596916"/>
                </a:lnTo>
                <a:lnTo>
                  <a:pt x="111692" y="636842"/>
                </a:lnTo>
                <a:lnTo>
                  <a:pt x="92959" y="677662"/>
                </a:lnTo>
                <a:lnTo>
                  <a:pt x="75824" y="719339"/>
                </a:lnTo>
                <a:lnTo>
                  <a:pt x="60328" y="761832"/>
                </a:lnTo>
                <a:lnTo>
                  <a:pt x="46508" y="805102"/>
                </a:lnTo>
                <a:lnTo>
                  <a:pt x="34403" y="849111"/>
                </a:lnTo>
                <a:lnTo>
                  <a:pt x="24054" y="893819"/>
                </a:lnTo>
                <a:lnTo>
                  <a:pt x="15499" y="939187"/>
                </a:lnTo>
                <a:lnTo>
                  <a:pt x="8776" y="985176"/>
                </a:lnTo>
                <a:lnTo>
                  <a:pt x="3926" y="1031747"/>
                </a:lnTo>
                <a:lnTo>
                  <a:pt x="988" y="1078862"/>
                </a:lnTo>
                <a:lnTo>
                  <a:pt x="0" y="1126479"/>
                </a:lnTo>
                <a:lnTo>
                  <a:pt x="988" y="1174097"/>
                </a:lnTo>
                <a:lnTo>
                  <a:pt x="3926" y="1221211"/>
                </a:lnTo>
                <a:lnTo>
                  <a:pt x="8776" y="1267783"/>
                </a:lnTo>
                <a:lnTo>
                  <a:pt x="15499" y="1313772"/>
                </a:lnTo>
                <a:lnTo>
                  <a:pt x="24054" y="1359140"/>
                </a:lnTo>
                <a:lnTo>
                  <a:pt x="34403" y="1403848"/>
                </a:lnTo>
                <a:lnTo>
                  <a:pt x="46508" y="1447857"/>
                </a:lnTo>
                <a:lnTo>
                  <a:pt x="60328" y="1491127"/>
                </a:lnTo>
                <a:lnTo>
                  <a:pt x="75824" y="1533620"/>
                </a:lnTo>
                <a:lnTo>
                  <a:pt x="92959" y="1575297"/>
                </a:lnTo>
                <a:lnTo>
                  <a:pt x="111692" y="1616117"/>
                </a:lnTo>
                <a:lnTo>
                  <a:pt x="131984" y="1656043"/>
                </a:lnTo>
              </a:path>
            </a:pathLst>
          </a:custGeom>
          <a:ln w="380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665166" y="416497"/>
            <a:ext cx="839469" cy="375920"/>
          </a:xfrm>
          <a:custGeom>
            <a:avLst/>
            <a:gdLst/>
            <a:ahLst/>
            <a:cxnLst/>
            <a:rect l="l" t="t" r="r" b="b"/>
            <a:pathLst>
              <a:path w="839470" h="375920">
                <a:moveTo>
                  <a:pt x="839457" y="375392"/>
                </a:moveTo>
                <a:lnTo>
                  <a:pt x="812068" y="345771"/>
                </a:lnTo>
                <a:lnTo>
                  <a:pt x="780708" y="314411"/>
                </a:lnTo>
                <a:lnTo>
                  <a:pt x="748140" y="284297"/>
                </a:lnTo>
                <a:lnTo>
                  <a:pt x="714403" y="255469"/>
                </a:lnTo>
                <a:lnTo>
                  <a:pt x="679538" y="227966"/>
                </a:lnTo>
                <a:lnTo>
                  <a:pt x="643582" y="201827"/>
                </a:lnTo>
                <a:lnTo>
                  <a:pt x="606575" y="177091"/>
                </a:lnTo>
                <a:lnTo>
                  <a:pt x="568555" y="153797"/>
                </a:lnTo>
                <a:lnTo>
                  <a:pt x="529563" y="131984"/>
                </a:lnTo>
                <a:lnTo>
                  <a:pt x="489637" y="111692"/>
                </a:lnTo>
                <a:lnTo>
                  <a:pt x="448817" y="92959"/>
                </a:lnTo>
                <a:lnTo>
                  <a:pt x="407140" y="75824"/>
                </a:lnTo>
                <a:lnTo>
                  <a:pt x="364647" y="60328"/>
                </a:lnTo>
                <a:lnTo>
                  <a:pt x="321377" y="46508"/>
                </a:lnTo>
                <a:lnTo>
                  <a:pt x="277368" y="34403"/>
                </a:lnTo>
                <a:lnTo>
                  <a:pt x="232660" y="24054"/>
                </a:lnTo>
                <a:lnTo>
                  <a:pt x="187292" y="15499"/>
                </a:lnTo>
                <a:lnTo>
                  <a:pt x="141303" y="8776"/>
                </a:lnTo>
                <a:lnTo>
                  <a:pt x="94732" y="3926"/>
                </a:lnTo>
                <a:lnTo>
                  <a:pt x="47617" y="988"/>
                </a:lnTo>
                <a:lnTo>
                  <a:pt x="0" y="0"/>
                </a:lnTo>
              </a:path>
            </a:pathLst>
          </a:custGeom>
          <a:ln w="380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9960971"/>
            <a:ext cx="18288000" cy="326390"/>
          </a:xfrm>
          <a:custGeom>
            <a:avLst/>
            <a:gdLst/>
            <a:ahLst/>
            <a:cxnLst/>
            <a:rect l="l" t="t" r="r" b="b"/>
            <a:pathLst>
              <a:path w="18288000" h="326390">
                <a:moveTo>
                  <a:pt x="18287999" y="326028"/>
                </a:moveTo>
                <a:lnTo>
                  <a:pt x="0" y="32602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326028"/>
                </a:lnTo>
                <a:close/>
              </a:path>
            </a:pathLst>
          </a:custGeom>
          <a:solidFill>
            <a:srgbClr val="2020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08497" y="8696811"/>
            <a:ext cx="1583065" cy="4673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942326" y="921195"/>
            <a:ext cx="467383" cy="15830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281290" y="0"/>
            <a:ext cx="8006709" cy="102869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493539" y="2888491"/>
            <a:ext cx="5260340" cy="1061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70"/>
              <a:t>Introduction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73308" y="4736432"/>
            <a:ext cx="3155950" cy="128270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56210" indent="-144145">
              <a:lnSpc>
                <a:spcPct val="100000"/>
              </a:lnSpc>
              <a:spcBef>
                <a:spcPts val="520"/>
              </a:spcBef>
              <a:buSzPct val="95833"/>
              <a:buChar char="•"/>
              <a:tabLst>
                <a:tab pos="156845" algn="l"/>
              </a:tabLst>
            </a:pPr>
            <a:r>
              <a:rPr dirty="0" sz="2400" spc="250" b="1">
                <a:solidFill>
                  <a:srgbClr val="231F20"/>
                </a:solidFill>
                <a:latin typeface="Calibri"/>
                <a:cs typeface="Calibri"/>
              </a:rPr>
              <a:t>Exciting </a:t>
            </a:r>
            <a:r>
              <a:rPr dirty="0" sz="2400" spc="275" b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24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spc="200" b="1">
                <a:solidFill>
                  <a:srgbClr val="231F20"/>
                </a:solidFill>
                <a:latin typeface="Calibri"/>
                <a:cs typeface="Calibri"/>
              </a:rPr>
              <a:t>fun</a:t>
            </a:r>
            <a:endParaRPr sz="2400">
              <a:latin typeface="Calibri"/>
              <a:cs typeface="Calibri"/>
            </a:endParaRPr>
          </a:p>
          <a:p>
            <a:pPr marL="156210" indent="-144145">
              <a:lnSpc>
                <a:spcPct val="100000"/>
              </a:lnSpc>
              <a:spcBef>
                <a:spcPts val="420"/>
              </a:spcBef>
              <a:buSzPct val="95833"/>
              <a:buChar char="•"/>
              <a:tabLst>
                <a:tab pos="156845" algn="l"/>
              </a:tabLst>
            </a:pPr>
            <a:r>
              <a:rPr dirty="0" sz="2400" spc="285" b="1">
                <a:solidFill>
                  <a:srgbClr val="231F20"/>
                </a:solidFill>
                <a:latin typeface="Calibri"/>
                <a:cs typeface="Calibri"/>
              </a:rPr>
              <a:t>Makes </a:t>
            </a:r>
            <a:r>
              <a:rPr dirty="0" sz="2400" spc="315" b="1">
                <a:solidFill>
                  <a:srgbClr val="231F20"/>
                </a:solidFill>
                <a:latin typeface="Calibri"/>
                <a:cs typeface="Calibri"/>
              </a:rPr>
              <a:t>me </a:t>
            </a:r>
            <a:r>
              <a:rPr dirty="0" sz="2400" spc="245" b="1">
                <a:solidFill>
                  <a:srgbClr val="231F20"/>
                </a:solidFill>
                <a:latin typeface="Calibri"/>
                <a:cs typeface="Calibri"/>
              </a:rPr>
              <a:t>feel</a:t>
            </a:r>
            <a:r>
              <a:rPr dirty="0" sz="2400" spc="-31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spc="225" b="1">
                <a:solidFill>
                  <a:srgbClr val="231F20"/>
                </a:solidFill>
                <a:latin typeface="Calibri"/>
                <a:cs typeface="Calibri"/>
              </a:rPr>
              <a:t>free</a:t>
            </a:r>
            <a:endParaRPr sz="2400">
              <a:latin typeface="Calibri"/>
              <a:cs typeface="Calibri"/>
            </a:endParaRPr>
          </a:p>
          <a:p>
            <a:pPr marL="156210" indent="-144145">
              <a:lnSpc>
                <a:spcPct val="100000"/>
              </a:lnSpc>
              <a:spcBef>
                <a:spcPts val="420"/>
              </a:spcBef>
              <a:buSzPct val="95833"/>
              <a:buChar char="•"/>
              <a:tabLst>
                <a:tab pos="156845" algn="l"/>
              </a:tabLst>
            </a:pPr>
            <a:r>
              <a:rPr dirty="0" sz="2400" spc="320" b="1">
                <a:solidFill>
                  <a:srgbClr val="231F20"/>
                </a:solidFill>
                <a:latin typeface="Calibri"/>
                <a:cs typeface="Calibri"/>
              </a:rPr>
              <a:t>Reduces</a:t>
            </a:r>
            <a:r>
              <a:rPr dirty="0" sz="2400" spc="114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spc="290" b="1">
                <a:solidFill>
                  <a:srgbClr val="231F20"/>
                </a:solidFill>
                <a:latin typeface="Calibri"/>
                <a:cs typeface="Calibri"/>
              </a:rPr>
              <a:t>stress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73455" y="1618463"/>
            <a:ext cx="7374337" cy="22994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873492" y="1618463"/>
            <a:ext cx="7372350" cy="0"/>
          </a:xfrm>
          <a:custGeom>
            <a:avLst/>
            <a:gdLst/>
            <a:ahLst/>
            <a:cxnLst/>
            <a:rect l="l" t="t" r="r" b="b"/>
            <a:pathLst>
              <a:path w="7372350" h="0">
                <a:moveTo>
                  <a:pt x="0" y="0"/>
                </a:moveTo>
                <a:lnTo>
                  <a:pt x="7372312" y="0"/>
                </a:lnTo>
              </a:path>
            </a:pathLst>
          </a:custGeom>
          <a:ln w="761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73492" y="1618463"/>
            <a:ext cx="0" cy="2295525"/>
          </a:xfrm>
          <a:custGeom>
            <a:avLst/>
            <a:gdLst/>
            <a:ahLst/>
            <a:cxnLst/>
            <a:rect l="l" t="t" r="r" b="b"/>
            <a:pathLst>
              <a:path w="0" h="2295525">
                <a:moveTo>
                  <a:pt x="0" y="2295524"/>
                </a:moveTo>
                <a:lnTo>
                  <a:pt x="0" y="0"/>
                </a:lnTo>
              </a:path>
            </a:pathLst>
          </a:custGeom>
          <a:ln w="761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4235" y="0"/>
            <a:ext cx="6241111" cy="20504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9960971"/>
            <a:ext cx="18288000" cy="326390"/>
          </a:xfrm>
          <a:custGeom>
            <a:avLst/>
            <a:gdLst/>
            <a:ahLst/>
            <a:cxnLst/>
            <a:rect l="l" t="t" r="r" b="b"/>
            <a:pathLst>
              <a:path w="18288000" h="326390">
                <a:moveTo>
                  <a:pt x="18287999" y="326028"/>
                </a:moveTo>
                <a:lnTo>
                  <a:pt x="0" y="32602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326028"/>
                </a:lnTo>
                <a:close/>
              </a:path>
            </a:pathLst>
          </a:custGeom>
          <a:solidFill>
            <a:srgbClr val="2020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918247" y="4593204"/>
            <a:ext cx="720725" cy="720725"/>
          </a:xfrm>
          <a:custGeom>
            <a:avLst/>
            <a:gdLst/>
            <a:ahLst/>
            <a:cxnLst/>
            <a:rect l="l" t="t" r="r" b="b"/>
            <a:pathLst>
              <a:path w="720725" h="720725">
                <a:moveTo>
                  <a:pt x="615071" y="615071"/>
                </a:moveTo>
                <a:lnTo>
                  <a:pt x="581966" y="644343"/>
                </a:lnTo>
                <a:lnTo>
                  <a:pt x="545532" y="669340"/>
                </a:lnTo>
                <a:lnTo>
                  <a:pt x="506311" y="689689"/>
                </a:lnTo>
                <a:lnTo>
                  <a:pt x="464890" y="705086"/>
                </a:lnTo>
                <a:lnTo>
                  <a:pt x="421895" y="715296"/>
                </a:lnTo>
                <a:lnTo>
                  <a:pt x="377979" y="720167"/>
                </a:lnTo>
                <a:lnTo>
                  <a:pt x="360300" y="720600"/>
                </a:lnTo>
                <a:lnTo>
                  <a:pt x="351455" y="720492"/>
                </a:lnTo>
                <a:lnTo>
                  <a:pt x="307433" y="716701"/>
                </a:lnTo>
                <a:lnTo>
                  <a:pt x="264206" y="707550"/>
                </a:lnTo>
                <a:lnTo>
                  <a:pt x="222419" y="693174"/>
                </a:lnTo>
                <a:lnTo>
                  <a:pt x="182706" y="673791"/>
                </a:lnTo>
                <a:lnTo>
                  <a:pt x="145669" y="649696"/>
                </a:lnTo>
                <a:lnTo>
                  <a:pt x="111860" y="621248"/>
                </a:lnTo>
                <a:lnTo>
                  <a:pt x="81784" y="588872"/>
                </a:lnTo>
                <a:lnTo>
                  <a:pt x="55897" y="553058"/>
                </a:lnTo>
                <a:lnTo>
                  <a:pt x="34592" y="514348"/>
                </a:lnTo>
                <a:lnTo>
                  <a:pt x="18185" y="473322"/>
                </a:lnTo>
                <a:lnTo>
                  <a:pt x="6923" y="430591"/>
                </a:lnTo>
                <a:lnTo>
                  <a:pt x="975" y="386803"/>
                </a:lnTo>
                <a:lnTo>
                  <a:pt x="0" y="360300"/>
                </a:lnTo>
                <a:lnTo>
                  <a:pt x="108" y="351455"/>
                </a:lnTo>
                <a:lnTo>
                  <a:pt x="3899" y="307433"/>
                </a:lnTo>
                <a:lnTo>
                  <a:pt x="13050" y="264206"/>
                </a:lnTo>
                <a:lnTo>
                  <a:pt x="27426" y="222419"/>
                </a:lnTo>
                <a:lnTo>
                  <a:pt x="46808" y="182706"/>
                </a:lnTo>
                <a:lnTo>
                  <a:pt x="70904" y="145669"/>
                </a:lnTo>
                <a:lnTo>
                  <a:pt x="99351" y="111860"/>
                </a:lnTo>
                <a:lnTo>
                  <a:pt x="131728" y="81784"/>
                </a:lnTo>
                <a:lnTo>
                  <a:pt x="167542" y="55897"/>
                </a:lnTo>
                <a:lnTo>
                  <a:pt x="206252" y="34592"/>
                </a:lnTo>
                <a:lnTo>
                  <a:pt x="247278" y="18185"/>
                </a:lnTo>
                <a:lnTo>
                  <a:pt x="290009" y="6923"/>
                </a:lnTo>
                <a:lnTo>
                  <a:pt x="333797" y="975"/>
                </a:lnTo>
                <a:lnTo>
                  <a:pt x="360300" y="0"/>
                </a:lnTo>
                <a:lnTo>
                  <a:pt x="369145" y="108"/>
                </a:lnTo>
                <a:lnTo>
                  <a:pt x="413167" y="3899"/>
                </a:lnTo>
                <a:lnTo>
                  <a:pt x="456394" y="13050"/>
                </a:lnTo>
                <a:lnTo>
                  <a:pt x="498181" y="27426"/>
                </a:lnTo>
                <a:lnTo>
                  <a:pt x="537894" y="46808"/>
                </a:lnTo>
                <a:lnTo>
                  <a:pt x="574931" y="70904"/>
                </a:lnTo>
                <a:lnTo>
                  <a:pt x="608740" y="99351"/>
                </a:lnTo>
                <a:lnTo>
                  <a:pt x="638816" y="131728"/>
                </a:lnTo>
                <a:lnTo>
                  <a:pt x="664703" y="167542"/>
                </a:lnTo>
                <a:lnTo>
                  <a:pt x="686008" y="206252"/>
                </a:lnTo>
                <a:lnTo>
                  <a:pt x="702415" y="247278"/>
                </a:lnTo>
                <a:lnTo>
                  <a:pt x="713677" y="290009"/>
                </a:lnTo>
                <a:lnTo>
                  <a:pt x="719624" y="333797"/>
                </a:lnTo>
                <a:lnTo>
                  <a:pt x="720600" y="360300"/>
                </a:lnTo>
                <a:lnTo>
                  <a:pt x="720492" y="369145"/>
                </a:lnTo>
                <a:lnTo>
                  <a:pt x="716701" y="413167"/>
                </a:lnTo>
                <a:lnTo>
                  <a:pt x="707550" y="456394"/>
                </a:lnTo>
                <a:lnTo>
                  <a:pt x="693174" y="498181"/>
                </a:lnTo>
                <a:lnTo>
                  <a:pt x="673791" y="537894"/>
                </a:lnTo>
                <a:lnTo>
                  <a:pt x="649696" y="574931"/>
                </a:lnTo>
                <a:lnTo>
                  <a:pt x="621248" y="608740"/>
                </a:lnTo>
                <a:lnTo>
                  <a:pt x="615071" y="615071"/>
                </a:lnTo>
                <a:close/>
              </a:path>
            </a:pathLst>
          </a:custGeom>
          <a:solidFill>
            <a:srgbClr val="F4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129988" y="4804945"/>
            <a:ext cx="297180" cy="297180"/>
          </a:xfrm>
          <a:custGeom>
            <a:avLst/>
            <a:gdLst/>
            <a:ahLst/>
            <a:cxnLst/>
            <a:rect l="l" t="t" r="r" b="b"/>
            <a:pathLst>
              <a:path w="297179" h="297179">
                <a:moveTo>
                  <a:pt x="287526" y="277008"/>
                </a:moveTo>
                <a:lnTo>
                  <a:pt x="277115" y="284028"/>
                </a:lnTo>
                <a:lnTo>
                  <a:pt x="264364" y="286603"/>
                </a:lnTo>
                <a:lnTo>
                  <a:pt x="251614" y="284029"/>
                </a:lnTo>
                <a:lnTo>
                  <a:pt x="241202" y="277009"/>
                </a:lnTo>
                <a:lnTo>
                  <a:pt x="234183" y="266597"/>
                </a:lnTo>
                <a:lnTo>
                  <a:pt x="231609" y="253847"/>
                </a:lnTo>
                <a:lnTo>
                  <a:pt x="231610" y="111830"/>
                </a:lnTo>
                <a:lnTo>
                  <a:pt x="55915" y="287525"/>
                </a:lnTo>
                <a:lnTo>
                  <a:pt x="45080" y="294720"/>
                </a:lnTo>
                <a:lnTo>
                  <a:pt x="32754" y="297119"/>
                </a:lnTo>
                <a:lnTo>
                  <a:pt x="20429" y="294720"/>
                </a:lnTo>
                <a:lnTo>
                  <a:pt x="9593" y="287525"/>
                </a:lnTo>
                <a:lnTo>
                  <a:pt x="2398" y="276689"/>
                </a:lnTo>
                <a:lnTo>
                  <a:pt x="0" y="264364"/>
                </a:lnTo>
                <a:lnTo>
                  <a:pt x="2398" y="252038"/>
                </a:lnTo>
                <a:lnTo>
                  <a:pt x="9593" y="241203"/>
                </a:lnTo>
                <a:lnTo>
                  <a:pt x="185288" y="65508"/>
                </a:lnTo>
                <a:lnTo>
                  <a:pt x="43269" y="65508"/>
                </a:lnTo>
                <a:lnTo>
                  <a:pt x="30520" y="62935"/>
                </a:lnTo>
                <a:lnTo>
                  <a:pt x="20109" y="55915"/>
                </a:lnTo>
                <a:lnTo>
                  <a:pt x="13089" y="45504"/>
                </a:lnTo>
                <a:lnTo>
                  <a:pt x="10515" y="32754"/>
                </a:lnTo>
                <a:lnTo>
                  <a:pt x="13089" y="20004"/>
                </a:lnTo>
                <a:lnTo>
                  <a:pt x="20108" y="9592"/>
                </a:lnTo>
                <a:lnTo>
                  <a:pt x="30520" y="2573"/>
                </a:lnTo>
                <a:lnTo>
                  <a:pt x="43269" y="0"/>
                </a:lnTo>
                <a:lnTo>
                  <a:pt x="264364" y="0"/>
                </a:lnTo>
                <a:lnTo>
                  <a:pt x="277152" y="2599"/>
                </a:lnTo>
                <a:lnTo>
                  <a:pt x="287559" y="9661"/>
                </a:lnTo>
                <a:lnTo>
                  <a:pt x="294557" y="20081"/>
                </a:lnTo>
                <a:lnTo>
                  <a:pt x="297119" y="32754"/>
                </a:lnTo>
                <a:lnTo>
                  <a:pt x="297119" y="253849"/>
                </a:lnTo>
                <a:lnTo>
                  <a:pt x="294544" y="266597"/>
                </a:lnTo>
                <a:lnTo>
                  <a:pt x="287526" y="277008"/>
                </a:lnTo>
                <a:close/>
              </a:path>
            </a:pathLst>
          </a:custGeom>
          <a:solidFill>
            <a:srgbClr val="8C90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886089" y="4561045"/>
            <a:ext cx="785495" cy="785495"/>
          </a:xfrm>
          <a:custGeom>
            <a:avLst/>
            <a:gdLst/>
            <a:ahLst/>
            <a:cxnLst/>
            <a:rect l="l" t="t" r="r" b="b"/>
            <a:pathLst>
              <a:path w="785495" h="785495">
                <a:moveTo>
                  <a:pt x="670391" y="670391"/>
                </a:moveTo>
                <a:lnTo>
                  <a:pt x="633339" y="703115"/>
                </a:lnTo>
                <a:lnTo>
                  <a:pt x="593433" y="730385"/>
                </a:lnTo>
                <a:lnTo>
                  <a:pt x="551192" y="752200"/>
                </a:lnTo>
                <a:lnTo>
                  <a:pt x="507135" y="768560"/>
                </a:lnTo>
                <a:lnTo>
                  <a:pt x="461780" y="779467"/>
                </a:lnTo>
                <a:lnTo>
                  <a:pt x="415647" y="784919"/>
                </a:lnTo>
                <a:lnTo>
                  <a:pt x="369255" y="784918"/>
                </a:lnTo>
                <a:lnTo>
                  <a:pt x="323123" y="779463"/>
                </a:lnTo>
                <a:lnTo>
                  <a:pt x="277770" y="768555"/>
                </a:lnTo>
                <a:lnTo>
                  <a:pt x="233715" y="752193"/>
                </a:lnTo>
                <a:lnTo>
                  <a:pt x="191476" y="730379"/>
                </a:lnTo>
                <a:lnTo>
                  <a:pt x="151579" y="703115"/>
                </a:lnTo>
                <a:lnTo>
                  <a:pt x="114528" y="670390"/>
                </a:lnTo>
                <a:lnTo>
                  <a:pt x="81803" y="633340"/>
                </a:lnTo>
                <a:lnTo>
                  <a:pt x="54534" y="593434"/>
                </a:lnTo>
                <a:lnTo>
                  <a:pt x="32719" y="551192"/>
                </a:lnTo>
                <a:lnTo>
                  <a:pt x="16359" y="507135"/>
                </a:lnTo>
                <a:lnTo>
                  <a:pt x="5452" y="461780"/>
                </a:lnTo>
                <a:lnTo>
                  <a:pt x="0" y="415647"/>
                </a:lnTo>
                <a:lnTo>
                  <a:pt x="1" y="369255"/>
                </a:lnTo>
                <a:lnTo>
                  <a:pt x="5455" y="323123"/>
                </a:lnTo>
                <a:lnTo>
                  <a:pt x="16364" y="277770"/>
                </a:lnTo>
                <a:lnTo>
                  <a:pt x="32725" y="233715"/>
                </a:lnTo>
                <a:lnTo>
                  <a:pt x="54540" y="191476"/>
                </a:lnTo>
                <a:lnTo>
                  <a:pt x="81807" y="151574"/>
                </a:lnTo>
                <a:lnTo>
                  <a:pt x="114535" y="114520"/>
                </a:lnTo>
                <a:lnTo>
                  <a:pt x="151579" y="81803"/>
                </a:lnTo>
                <a:lnTo>
                  <a:pt x="191485" y="54534"/>
                </a:lnTo>
                <a:lnTo>
                  <a:pt x="233726" y="32719"/>
                </a:lnTo>
                <a:lnTo>
                  <a:pt x="277783" y="16359"/>
                </a:lnTo>
                <a:lnTo>
                  <a:pt x="314064" y="7634"/>
                </a:lnTo>
                <a:lnTo>
                  <a:pt x="160849" y="160849"/>
                </a:lnTo>
                <a:lnTo>
                  <a:pt x="129186" y="197545"/>
                </a:lnTo>
                <a:lnTo>
                  <a:pt x="103855" y="237489"/>
                </a:lnTo>
                <a:lnTo>
                  <a:pt x="84857" y="279961"/>
                </a:lnTo>
                <a:lnTo>
                  <a:pt x="72191" y="324238"/>
                </a:lnTo>
                <a:lnTo>
                  <a:pt x="65859" y="369598"/>
                </a:lnTo>
                <a:lnTo>
                  <a:pt x="65859" y="415320"/>
                </a:lnTo>
                <a:lnTo>
                  <a:pt x="72191" y="460680"/>
                </a:lnTo>
                <a:lnTo>
                  <a:pt x="84857" y="504957"/>
                </a:lnTo>
                <a:lnTo>
                  <a:pt x="103855" y="547429"/>
                </a:lnTo>
                <a:lnTo>
                  <a:pt x="129186" y="587374"/>
                </a:lnTo>
                <a:lnTo>
                  <a:pt x="160855" y="624074"/>
                </a:lnTo>
                <a:lnTo>
                  <a:pt x="197545" y="655733"/>
                </a:lnTo>
                <a:lnTo>
                  <a:pt x="237489" y="681063"/>
                </a:lnTo>
                <a:lnTo>
                  <a:pt x="279961" y="700062"/>
                </a:lnTo>
                <a:lnTo>
                  <a:pt x="324238" y="712727"/>
                </a:lnTo>
                <a:lnTo>
                  <a:pt x="369598" y="719060"/>
                </a:lnTo>
                <a:lnTo>
                  <a:pt x="415320" y="719060"/>
                </a:lnTo>
                <a:lnTo>
                  <a:pt x="460680" y="712727"/>
                </a:lnTo>
                <a:lnTo>
                  <a:pt x="504957" y="700062"/>
                </a:lnTo>
                <a:lnTo>
                  <a:pt x="547429" y="681063"/>
                </a:lnTo>
                <a:lnTo>
                  <a:pt x="587374" y="655733"/>
                </a:lnTo>
                <a:lnTo>
                  <a:pt x="624069" y="624069"/>
                </a:lnTo>
                <a:lnTo>
                  <a:pt x="777284" y="470854"/>
                </a:lnTo>
                <a:lnTo>
                  <a:pt x="768555" y="507149"/>
                </a:lnTo>
                <a:lnTo>
                  <a:pt x="752193" y="551204"/>
                </a:lnTo>
                <a:lnTo>
                  <a:pt x="730379" y="593442"/>
                </a:lnTo>
                <a:lnTo>
                  <a:pt x="703111" y="633344"/>
                </a:lnTo>
                <a:lnTo>
                  <a:pt x="670391" y="670391"/>
                </a:lnTo>
                <a:close/>
              </a:path>
              <a:path w="785495" h="785495">
                <a:moveTo>
                  <a:pt x="777284" y="470854"/>
                </a:moveTo>
                <a:lnTo>
                  <a:pt x="624069" y="624069"/>
                </a:lnTo>
                <a:lnTo>
                  <a:pt x="655733" y="587374"/>
                </a:lnTo>
                <a:lnTo>
                  <a:pt x="681063" y="547429"/>
                </a:lnTo>
                <a:lnTo>
                  <a:pt x="700062" y="504957"/>
                </a:lnTo>
                <a:lnTo>
                  <a:pt x="712727" y="460680"/>
                </a:lnTo>
                <a:lnTo>
                  <a:pt x="719060" y="415320"/>
                </a:lnTo>
                <a:lnTo>
                  <a:pt x="719060" y="369598"/>
                </a:lnTo>
                <a:lnTo>
                  <a:pt x="712727" y="324238"/>
                </a:lnTo>
                <a:lnTo>
                  <a:pt x="700062" y="279961"/>
                </a:lnTo>
                <a:lnTo>
                  <a:pt x="681063" y="237489"/>
                </a:lnTo>
                <a:lnTo>
                  <a:pt x="655733" y="197545"/>
                </a:lnTo>
                <a:lnTo>
                  <a:pt x="624069" y="160849"/>
                </a:lnTo>
                <a:lnTo>
                  <a:pt x="587374" y="129186"/>
                </a:lnTo>
                <a:lnTo>
                  <a:pt x="547429" y="103855"/>
                </a:lnTo>
                <a:lnTo>
                  <a:pt x="504957" y="84857"/>
                </a:lnTo>
                <a:lnTo>
                  <a:pt x="460680" y="72191"/>
                </a:lnTo>
                <a:lnTo>
                  <a:pt x="415320" y="65859"/>
                </a:lnTo>
                <a:lnTo>
                  <a:pt x="369598" y="65859"/>
                </a:lnTo>
                <a:lnTo>
                  <a:pt x="324238" y="72191"/>
                </a:lnTo>
                <a:lnTo>
                  <a:pt x="279961" y="84857"/>
                </a:lnTo>
                <a:lnTo>
                  <a:pt x="237489" y="103855"/>
                </a:lnTo>
                <a:lnTo>
                  <a:pt x="197545" y="129186"/>
                </a:lnTo>
                <a:lnTo>
                  <a:pt x="160849" y="160849"/>
                </a:lnTo>
                <a:lnTo>
                  <a:pt x="314064" y="7634"/>
                </a:lnTo>
                <a:lnTo>
                  <a:pt x="323138" y="5452"/>
                </a:lnTo>
                <a:lnTo>
                  <a:pt x="369271" y="0"/>
                </a:lnTo>
                <a:lnTo>
                  <a:pt x="415663" y="1"/>
                </a:lnTo>
                <a:lnTo>
                  <a:pt x="461795" y="5455"/>
                </a:lnTo>
                <a:lnTo>
                  <a:pt x="507148" y="16364"/>
                </a:lnTo>
                <a:lnTo>
                  <a:pt x="551204" y="32725"/>
                </a:lnTo>
                <a:lnTo>
                  <a:pt x="593442" y="54540"/>
                </a:lnTo>
                <a:lnTo>
                  <a:pt x="633339" y="81804"/>
                </a:lnTo>
                <a:lnTo>
                  <a:pt x="670396" y="114533"/>
                </a:lnTo>
                <a:lnTo>
                  <a:pt x="703115" y="151579"/>
                </a:lnTo>
                <a:lnTo>
                  <a:pt x="730385" y="191485"/>
                </a:lnTo>
                <a:lnTo>
                  <a:pt x="752200" y="233726"/>
                </a:lnTo>
                <a:lnTo>
                  <a:pt x="768560" y="277784"/>
                </a:lnTo>
                <a:lnTo>
                  <a:pt x="779467" y="323138"/>
                </a:lnTo>
                <a:lnTo>
                  <a:pt x="784919" y="369271"/>
                </a:lnTo>
                <a:lnTo>
                  <a:pt x="784918" y="415663"/>
                </a:lnTo>
                <a:lnTo>
                  <a:pt x="779463" y="461795"/>
                </a:lnTo>
                <a:lnTo>
                  <a:pt x="777284" y="470854"/>
                </a:lnTo>
                <a:close/>
              </a:path>
            </a:pathLst>
          </a:custGeom>
          <a:solidFill>
            <a:srgbClr val="8C90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28663" y="316586"/>
            <a:ext cx="1221740" cy="2249170"/>
          </a:xfrm>
          <a:custGeom>
            <a:avLst/>
            <a:gdLst/>
            <a:ahLst/>
            <a:cxnLst/>
            <a:rect l="l" t="t" r="r" b="b"/>
            <a:pathLst>
              <a:path w="1221740" h="2249170">
                <a:moveTo>
                  <a:pt x="1031747" y="0"/>
                </a:moveTo>
                <a:lnTo>
                  <a:pt x="985176" y="4849"/>
                </a:lnTo>
                <a:lnTo>
                  <a:pt x="939187" y="11572"/>
                </a:lnTo>
                <a:lnTo>
                  <a:pt x="893819" y="20127"/>
                </a:lnTo>
                <a:lnTo>
                  <a:pt x="849111" y="30476"/>
                </a:lnTo>
                <a:lnTo>
                  <a:pt x="805102" y="42581"/>
                </a:lnTo>
                <a:lnTo>
                  <a:pt x="761832" y="56401"/>
                </a:lnTo>
                <a:lnTo>
                  <a:pt x="719339" y="71898"/>
                </a:lnTo>
                <a:lnTo>
                  <a:pt x="677662" y="89032"/>
                </a:lnTo>
                <a:lnTo>
                  <a:pt x="636842" y="107765"/>
                </a:lnTo>
                <a:lnTo>
                  <a:pt x="596916" y="128057"/>
                </a:lnTo>
                <a:lnTo>
                  <a:pt x="557923" y="149870"/>
                </a:lnTo>
                <a:lnTo>
                  <a:pt x="519904" y="173164"/>
                </a:lnTo>
                <a:lnTo>
                  <a:pt x="482897" y="197900"/>
                </a:lnTo>
                <a:lnTo>
                  <a:pt x="446941" y="224039"/>
                </a:lnTo>
                <a:lnTo>
                  <a:pt x="412076" y="251543"/>
                </a:lnTo>
                <a:lnTo>
                  <a:pt x="378339" y="280370"/>
                </a:lnTo>
                <a:lnTo>
                  <a:pt x="345771" y="310484"/>
                </a:lnTo>
                <a:lnTo>
                  <a:pt x="314411" y="341845"/>
                </a:lnTo>
                <a:lnTo>
                  <a:pt x="284297" y="374412"/>
                </a:lnTo>
                <a:lnTo>
                  <a:pt x="255469" y="408149"/>
                </a:lnTo>
                <a:lnTo>
                  <a:pt x="227966" y="443014"/>
                </a:lnTo>
                <a:lnTo>
                  <a:pt x="201827" y="478970"/>
                </a:lnTo>
                <a:lnTo>
                  <a:pt x="177091" y="515977"/>
                </a:lnTo>
                <a:lnTo>
                  <a:pt x="153797" y="553997"/>
                </a:lnTo>
                <a:lnTo>
                  <a:pt x="131984" y="592989"/>
                </a:lnTo>
                <a:lnTo>
                  <a:pt x="111692" y="632915"/>
                </a:lnTo>
                <a:lnTo>
                  <a:pt x="92959" y="673735"/>
                </a:lnTo>
                <a:lnTo>
                  <a:pt x="75824" y="715412"/>
                </a:lnTo>
                <a:lnTo>
                  <a:pt x="60328" y="757905"/>
                </a:lnTo>
                <a:lnTo>
                  <a:pt x="46508" y="801175"/>
                </a:lnTo>
                <a:lnTo>
                  <a:pt x="34403" y="845184"/>
                </a:lnTo>
                <a:lnTo>
                  <a:pt x="24054" y="889892"/>
                </a:lnTo>
                <a:lnTo>
                  <a:pt x="15499" y="935260"/>
                </a:lnTo>
                <a:lnTo>
                  <a:pt x="8776" y="981249"/>
                </a:lnTo>
                <a:lnTo>
                  <a:pt x="3926" y="1027821"/>
                </a:lnTo>
                <a:lnTo>
                  <a:pt x="988" y="1074935"/>
                </a:lnTo>
                <a:lnTo>
                  <a:pt x="0" y="1122553"/>
                </a:lnTo>
                <a:lnTo>
                  <a:pt x="988" y="1170170"/>
                </a:lnTo>
                <a:lnTo>
                  <a:pt x="3926" y="1217285"/>
                </a:lnTo>
                <a:lnTo>
                  <a:pt x="8776" y="1263856"/>
                </a:lnTo>
                <a:lnTo>
                  <a:pt x="15499" y="1309845"/>
                </a:lnTo>
                <a:lnTo>
                  <a:pt x="24054" y="1355213"/>
                </a:lnTo>
                <a:lnTo>
                  <a:pt x="34403" y="1399921"/>
                </a:lnTo>
                <a:lnTo>
                  <a:pt x="46508" y="1443930"/>
                </a:lnTo>
                <a:lnTo>
                  <a:pt x="60328" y="1487200"/>
                </a:lnTo>
                <a:lnTo>
                  <a:pt x="75824" y="1529693"/>
                </a:lnTo>
                <a:lnTo>
                  <a:pt x="92959" y="1571370"/>
                </a:lnTo>
                <a:lnTo>
                  <a:pt x="111692" y="1612191"/>
                </a:lnTo>
                <a:lnTo>
                  <a:pt x="131984" y="1652116"/>
                </a:lnTo>
                <a:lnTo>
                  <a:pt x="153797" y="1691109"/>
                </a:lnTo>
                <a:lnTo>
                  <a:pt x="177091" y="1729128"/>
                </a:lnTo>
                <a:lnTo>
                  <a:pt x="201827" y="1766135"/>
                </a:lnTo>
                <a:lnTo>
                  <a:pt x="227966" y="1802091"/>
                </a:lnTo>
                <a:lnTo>
                  <a:pt x="255469" y="1836956"/>
                </a:lnTo>
                <a:lnTo>
                  <a:pt x="284297" y="1870693"/>
                </a:lnTo>
                <a:lnTo>
                  <a:pt x="314411" y="1903261"/>
                </a:lnTo>
                <a:lnTo>
                  <a:pt x="345771" y="1934621"/>
                </a:lnTo>
                <a:lnTo>
                  <a:pt x="378339" y="1964735"/>
                </a:lnTo>
                <a:lnTo>
                  <a:pt x="412076" y="1993563"/>
                </a:lnTo>
                <a:lnTo>
                  <a:pt x="446941" y="2021066"/>
                </a:lnTo>
                <a:lnTo>
                  <a:pt x="482897" y="2047205"/>
                </a:lnTo>
                <a:lnTo>
                  <a:pt x="519904" y="2071941"/>
                </a:lnTo>
                <a:lnTo>
                  <a:pt x="557923" y="2095235"/>
                </a:lnTo>
                <a:lnTo>
                  <a:pt x="596916" y="2117048"/>
                </a:lnTo>
                <a:lnTo>
                  <a:pt x="636842" y="2137340"/>
                </a:lnTo>
                <a:lnTo>
                  <a:pt x="677662" y="2156073"/>
                </a:lnTo>
                <a:lnTo>
                  <a:pt x="719339" y="2173208"/>
                </a:lnTo>
                <a:lnTo>
                  <a:pt x="761832" y="2188704"/>
                </a:lnTo>
                <a:lnTo>
                  <a:pt x="805102" y="2202525"/>
                </a:lnTo>
                <a:lnTo>
                  <a:pt x="849111" y="2214629"/>
                </a:lnTo>
                <a:lnTo>
                  <a:pt x="893819" y="2224978"/>
                </a:lnTo>
                <a:lnTo>
                  <a:pt x="939187" y="2233533"/>
                </a:lnTo>
                <a:lnTo>
                  <a:pt x="985176" y="2240256"/>
                </a:lnTo>
                <a:lnTo>
                  <a:pt x="1031747" y="2245106"/>
                </a:lnTo>
                <a:lnTo>
                  <a:pt x="1078862" y="2248044"/>
                </a:lnTo>
                <a:lnTo>
                  <a:pt x="1126479" y="2249033"/>
                </a:lnTo>
                <a:lnTo>
                  <a:pt x="1174097" y="2248044"/>
                </a:lnTo>
                <a:lnTo>
                  <a:pt x="1221211" y="2245106"/>
                </a:lnTo>
              </a:path>
            </a:pathLst>
          </a:custGeom>
          <a:ln w="380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062217" y="2556843"/>
            <a:ext cx="34290" cy="3810"/>
          </a:xfrm>
          <a:custGeom>
            <a:avLst/>
            <a:gdLst/>
            <a:ahLst/>
            <a:cxnLst/>
            <a:rect l="l" t="t" r="r" b="b"/>
            <a:pathLst>
              <a:path w="34290" h="3810">
                <a:moveTo>
                  <a:pt x="0" y="3564"/>
                </a:moveTo>
                <a:lnTo>
                  <a:pt x="34228" y="0"/>
                </a:lnTo>
              </a:path>
            </a:pathLst>
          </a:custGeom>
          <a:ln w="380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333914" y="9704854"/>
            <a:ext cx="134620" cy="10795"/>
          </a:xfrm>
          <a:custGeom>
            <a:avLst/>
            <a:gdLst/>
            <a:ahLst/>
            <a:cxnLst/>
            <a:rect l="l" t="t" r="r" b="b"/>
            <a:pathLst>
              <a:path w="134619" h="10795">
                <a:moveTo>
                  <a:pt x="0" y="0"/>
                </a:moveTo>
                <a:lnTo>
                  <a:pt x="26956" y="3081"/>
                </a:lnTo>
                <a:lnTo>
                  <a:pt x="74099" y="7267"/>
                </a:lnTo>
                <a:lnTo>
                  <a:pt x="121572" y="10276"/>
                </a:lnTo>
                <a:lnTo>
                  <a:pt x="134448" y="10765"/>
                </a:lnTo>
              </a:path>
            </a:pathLst>
          </a:custGeom>
          <a:ln w="38100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4634362" y="9704854"/>
            <a:ext cx="134620" cy="10795"/>
          </a:xfrm>
          <a:custGeom>
            <a:avLst/>
            <a:gdLst/>
            <a:ahLst/>
            <a:cxnLst/>
            <a:rect l="l" t="t" r="r" b="b"/>
            <a:pathLst>
              <a:path w="134619" h="10795">
                <a:moveTo>
                  <a:pt x="0" y="10765"/>
                </a:moveTo>
                <a:lnTo>
                  <a:pt x="12875" y="10276"/>
                </a:lnTo>
                <a:lnTo>
                  <a:pt x="60348" y="7267"/>
                </a:lnTo>
                <a:lnTo>
                  <a:pt x="107492" y="3081"/>
                </a:lnTo>
                <a:lnTo>
                  <a:pt x="134448" y="0"/>
                </a:lnTo>
              </a:path>
            </a:pathLst>
          </a:custGeom>
          <a:ln w="38100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243890" y="9692154"/>
            <a:ext cx="90170" cy="12700"/>
          </a:xfrm>
          <a:custGeom>
            <a:avLst/>
            <a:gdLst/>
            <a:ahLst/>
            <a:cxnLst/>
            <a:rect l="l" t="t" r="r" b="b"/>
            <a:pathLst>
              <a:path w="90169" h="12700">
                <a:moveTo>
                  <a:pt x="0" y="0"/>
                </a:moveTo>
                <a:lnTo>
                  <a:pt x="23740" y="3933"/>
                </a:lnTo>
                <a:lnTo>
                  <a:pt x="70181" y="10431"/>
                </a:lnTo>
                <a:lnTo>
                  <a:pt x="90024" y="12700"/>
                </a:lnTo>
              </a:path>
            </a:pathLst>
          </a:custGeom>
          <a:ln w="38100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4768810" y="9692154"/>
            <a:ext cx="90170" cy="12700"/>
          </a:xfrm>
          <a:custGeom>
            <a:avLst/>
            <a:gdLst/>
            <a:ahLst/>
            <a:cxnLst/>
            <a:rect l="l" t="t" r="r" b="b"/>
            <a:pathLst>
              <a:path w="90169" h="12700">
                <a:moveTo>
                  <a:pt x="0" y="12700"/>
                </a:moveTo>
                <a:lnTo>
                  <a:pt x="19843" y="10431"/>
                </a:lnTo>
                <a:lnTo>
                  <a:pt x="66284" y="3933"/>
                </a:lnTo>
                <a:lnTo>
                  <a:pt x="90024" y="0"/>
                </a:lnTo>
              </a:path>
            </a:pathLst>
          </a:custGeom>
          <a:ln w="38100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688313" y="7858805"/>
            <a:ext cx="1555750" cy="1833880"/>
          </a:xfrm>
          <a:custGeom>
            <a:avLst/>
            <a:gdLst/>
            <a:ahLst/>
            <a:cxnLst/>
            <a:rect l="l" t="t" r="r" b="b"/>
            <a:pathLst>
              <a:path w="1555750" h="1833879">
                <a:moveTo>
                  <a:pt x="0" y="0"/>
                </a:moveTo>
                <a:lnTo>
                  <a:pt x="553" y="43732"/>
                </a:lnTo>
                <a:lnTo>
                  <a:pt x="2369" y="91520"/>
                </a:lnTo>
                <a:lnTo>
                  <a:pt x="5377" y="138993"/>
                </a:lnTo>
                <a:lnTo>
                  <a:pt x="9563" y="186136"/>
                </a:lnTo>
                <a:lnTo>
                  <a:pt x="14913" y="232936"/>
                </a:lnTo>
                <a:lnTo>
                  <a:pt x="21412" y="279377"/>
                </a:lnTo>
                <a:lnTo>
                  <a:pt x="29044" y="325445"/>
                </a:lnTo>
                <a:lnTo>
                  <a:pt x="37796" y="371125"/>
                </a:lnTo>
                <a:lnTo>
                  <a:pt x="47653" y="416403"/>
                </a:lnTo>
                <a:lnTo>
                  <a:pt x="58600" y="461264"/>
                </a:lnTo>
                <a:lnTo>
                  <a:pt x="70622" y="505692"/>
                </a:lnTo>
                <a:lnTo>
                  <a:pt x="83706" y="549675"/>
                </a:lnTo>
                <a:lnTo>
                  <a:pt x="97836" y="593197"/>
                </a:lnTo>
                <a:lnTo>
                  <a:pt x="112997" y="636243"/>
                </a:lnTo>
                <a:lnTo>
                  <a:pt x="129176" y="678798"/>
                </a:lnTo>
                <a:lnTo>
                  <a:pt x="146356" y="720849"/>
                </a:lnTo>
                <a:lnTo>
                  <a:pt x="164525" y="762380"/>
                </a:lnTo>
                <a:lnTo>
                  <a:pt x="183667" y="803378"/>
                </a:lnTo>
                <a:lnTo>
                  <a:pt x="203767" y="843826"/>
                </a:lnTo>
                <a:lnTo>
                  <a:pt x="224811" y="883711"/>
                </a:lnTo>
                <a:lnTo>
                  <a:pt x="246784" y="923018"/>
                </a:lnTo>
                <a:lnTo>
                  <a:pt x="269672" y="961732"/>
                </a:lnTo>
                <a:lnTo>
                  <a:pt x="293460" y="999839"/>
                </a:lnTo>
                <a:lnTo>
                  <a:pt x="318133" y="1037324"/>
                </a:lnTo>
                <a:lnTo>
                  <a:pt x="343677" y="1074173"/>
                </a:lnTo>
                <a:lnTo>
                  <a:pt x="370077" y="1110370"/>
                </a:lnTo>
                <a:lnTo>
                  <a:pt x="397319" y="1145901"/>
                </a:lnTo>
                <a:lnTo>
                  <a:pt x="425387" y="1180752"/>
                </a:lnTo>
                <a:lnTo>
                  <a:pt x="454267" y="1214908"/>
                </a:lnTo>
                <a:lnTo>
                  <a:pt x="483945" y="1248354"/>
                </a:lnTo>
                <a:lnTo>
                  <a:pt x="514406" y="1281076"/>
                </a:lnTo>
                <a:lnTo>
                  <a:pt x="545635" y="1313059"/>
                </a:lnTo>
                <a:lnTo>
                  <a:pt x="577618" y="1344288"/>
                </a:lnTo>
                <a:lnTo>
                  <a:pt x="610340" y="1374749"/>
                </a:lnTo>
                <a:lnTo>
                  <a:pt x="643786" y="1404427"/>
                </a:lnTo>
                <a:lnTo>
                  <a:pt x="677942" y="1433307"/>
                </a:lnTo>
                <a:lnTo>
                  <a:pt x="712793" y="1461375"/>
                </a:lnTo>
                <a:lnTo>
                  <a:pt x="748324" y="1488617"/>
                </a:lnTo>
                <a:lnTo>
                  <a:pt x="784521" y="1515017"/>
                </a:lnTo>
                <a:lnTo>
                  <a:pt x="821370" y="1540560"/>
                </a:lnTo>
                <a:lnTo>
                  <a:pt x="858855" y="1565234"/>
                </a:lnTo>
                <a:lnTo>
                  <a:pt x="896962" y="1589022"/>
                </a:lnTo>
                <a:lnTo>
                  <a:pt x="935676" y="1611910"/>
                </a:lnTo>
                <a:lnTo>
                  <a:pt x="974983" y="1633883"/>
                </a:lnTo>
                <a:lnTo>
                  <a:pt x="1014868" y="1654927"/>
                </a:lnTo>
                <a:lnTo>
                  <a:pt x="1055316" y="1675027"/>
                </a:lnTo>
                <a:lnTo>
                  <a:pt x="1096313" y="1694169"/>
                </a:lnTo>
                <a:lnTo>
                  <a:pt x="1137845" y="1712338"/>
                </a:lnTo>
                <a:lnTo>
                  <a:pt x="1179896" y="1729518"/>
                </a:lnTo>
                <a:lnTo>
                  <a:pt x="1222451" y="1745697"/>
                </a:lnTo>
                <a:lnTo>
                  <a:pt x="1265497" y="1760858"/>
                </a:lnTo>
                <a:lnTo>
                  <a:pt x="1309019" y="1774988"/>
                </a:lnTo>
                <a:lnTo>
                  <a:pt x="1353001" y="1788072"/>
                </a:lnTo>
                <a:lnTo>
                  <a:pt x="1397430" y="1800094"/>
                </a:lnTo>
                <a:lnTo>
                  <a:pt x="1442291" y="1811041"/>
                </a:lnTo>
                <a:lnTo>
                  <a:pt x="1487569" y="1820898"/>
                </a:lnTo>
                <a:lnTo>
                  <a:pt x="1533249" y="1829650"/>
                </a:lnTo>
                <a:lnTo>
                  <a:pt x="1555577" y="1833349"/>
                </a:lnTo>
              </a:path>
            </a:pathLst>
          </a:custGeom>
          <a:ln w="38100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4858835" y="7937427"/>
            <a:ext cx="1553845" cy="1755139"/>
          </a:xfrm>
          <a:custGeom>
            <a:avLst/>
            <a:gdLst/>
            <a:ahLst/>
            <a:cxnLst/>
            <a:rect l="l" t="t" r="r" b="b"/>
            <a:pathLst>
              <a:path w="1553844" h="1755140">
                <a:moveTo>
                  <a:pt x="0" y="1754727"/>
                </a:moveTo>
                <a:lnTo>
                  <a:pt x="68008" y="1742276"/>
                </a:lnTo>
                <a:lnTo>
                  <a:pt x="113285" y="1732419"/>
                </a:lnTo>
                <a:lnTo>
                  <a:pt x="158146" y="1721472"/>
                </a:lnTo>
                <a:lnTo>
                  <a:pt x="202575" y="1709449"/>
                </a:lnTo>
                <a:lnTo>
                  <a:pt x="246557" y="1696366"/>
                </a:lnTo>
                <a:lnTo>
                  <a:pt x="290079" y="1682236"/>
                </a:lnTo>
                <a:lnTo>
                  <a:pt x="333125" y="1667075"/>
                </a:lnTo>
                <a:lnTo>
                  <a:pt x="375681" y="1650896"/>
                </a:lnTo>
                <a:lnTo>
                  <a:pt x="417731" y="1633715"/>
                </a:lnTo>
                <a:lnTo>
                  <a:pt x="459263" y="1615547"/>
                </a:lnTo>
                <a:lnTo>
                  <a:pt x="500260" y="1596405"/>
                </a:lnTo>
                <a:lnTo>
                  <a:pt x="540708" y="1576305"/>
                </a:lnTo>
                <a:lnTo>
                  <a:pt x="580593" y="1555261"/>
                </a:lnTo>
                <a:lnTo>
                  <a:pt x="619900" y="1533287"/>
                </a:lnTo>
                <a:lnTo>
                  <a:pt x="658615" y="1510400"/>
                </a:lnTo>
                <a:lnTo>
                  <a:pt x="696722" y="1486612"/>
                </a:lnTo>
                <a:lnTo>
                  <a:pt x="734207" y="1461938"/>
                </a:lnTo>
                <a:lnTo>
                  <a:pt x="771055" y="1436394"/>
                </a:lnTo>
                <a:lnTo>
                  <a:pt x="807252" y="1409994"/>
                </a:lnTo>
                <a:lnTo>
                  <a:pt x="842784" y="1382753"/>
                </a:lnTo>
                <a:lnTo>
                  <a:pt x="877635" y="1354685"/>
                </a:lnTo>
                <a:lnTo>
                  <a:pt x="911790" y="1325804"/>
                </a:lnTo>
                <a:lnTo>
                  <a:pt x="945237" y="1296127"/>
                </a:lnTo>
                <a:lnTo>
                  <a:pt x="977958" y="1265666"/>
                </a:lnTo>
                <a:lnTo>
                  <a:pt x="1009941" y="1234437"/>
                </a:lnTo>
                <a:lnTo>
                  <a:pt x="1041170" y="1202454"/>
                </a:lnTo>
                <a:lnTo>
                  <a:pt x="1071631" y="1169732"/>
                </a:lnTo>
                <a:lnTo>
                  <a:pt x="1101309" y="1136286"/>
                </a:lnTo>
                <a:lnTo>
                  <a:pt x="1130189" y="1102130"/>
                </a:lnTo>
                <a:lnTo>
                  <a:pt x="1158257" y="1067279"/>
                </a:lnTo>
                <a:lnTo>
                  <a:pt x="1185499" y="1031748"/>
                </a:lnTo>
                <a:lnTo>
                  <a:pt x="1211899" y="995551"/>
                </a:lnTo>
                <a:lnTo>
                  <a:pt x="1237443" y="958702"/>
                </a:lnTo>
                <a:lnTo>
                  <a:pt x="1262116" y="921217"/>
                </a:lnTo>
                <a:lnTo>
                  <a:pt x="1285904" y="883110"/>
                </a:lnTo>
                <a:lnTo>
                  <a:pt x="1308792" y="844396"/>
                </a:lnTo>
                <a:lnTo>
                  <a:pt x="1330765" y="805089"/>
                </a:lnTo>
                <a:lnTo>
                  <a:pt x="1351809" y="765204"/>
                </a:lnTo>
                <a:lnTo>
                  <a:pt x="1371910" y="724756"/>
                </a:lnTo>
                <a:lnTo>
                  <a:pt x="1391051" y="683758"/>
                </a:lnTo>
                <a:lnTo>
                  <a:pt x="1409220" y="642227"/>
                </a:lnTo>
                <a:lnTo>
                  <a:pt x="1426401" y="600176"/>
                </a:lnTo>
                <a:lnTo>
                  <a:pt x="1442579" y="557620"/>
                </a:lnTo>
                <a:lnTo>
                  <a:pt x="1457741" y="514574"/>
                </a:lnTo>
                <a:lnTo>
                  <a:pt x="1471870" y="471053"/>
                </a:lnTo>
                <a:lnTo>
                  <a:pt x="1484954" y="427070"/>
                </a:lnTo>
                <a:lnTo>
                  <a:pt x="1496976" y="382641"/>
                </a:lnTo>
                <a:lnTo>
                  <a:pt x="1507923" y="337781"/>
                </a:lnTo>
                <a:lnTo>
                  <a:pt x="1517780" y="292503"/>
                </a:lnTo>
                <a:lnTo>
                  <a:pt x="1526532" y="246823"/>
                </a:lnTo>
                <a:lnTo>
                  <a:pt x="1534165" y="200755"/>
                </a:lnTo>
                <a:lnTo>
                  <a:pt x="1540663" y="154314"/>
                </a:lnTo>
                <a:lnTo>
                  <a:pt x="1546013" y="107514"/>
                </a:lnTo>
                <a:lnTo>
                  <a:pt x="1550199" y="60371"/>
                </a:lnTo>
                <a:lnTo>
                  <a:pt x="1553208" y="12898"/>
                </a:lnTo>
                <a:lnTo>
                  <a:pt x="1553698" y="0"/>
                </a:lnTo>
              </a:path>
            </a:pathLst>
          </a:custGeom>
          <a:ln w="38100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092885" y="9029827"/>
            <a:ext cx="1583065" cy="4673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7174494" y="651365"/>
            <a:ext cx="467381" cy="15830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526783" y="2635350"/>
            <a:ext cx="8583672" cy="63245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077928" y="4176818"/>
            <a:ext cx="2832100" cy="1061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P</a:t>
            </a:r>
            <a:r>
              <a:rPr dirty="0" spc="15"/>
              <a:t>l</a:t>
            </a:r>
            <a:r>
              <a:rPr dirty="0" spc="340"/>
              <a:t>a</a:t>
            </a:r>
            <a:r>
              <a:rPr dirty="0" spc="525"/>
              <a:t>c</a:t>
            </a:r>
            <a:r>
              <a:rPr dirty="0" spc="200"/>
              <a:t>e</a:t>
            </a:r>
            <a:r>
              <a:rPr dirty="0" spc="720"/>
              <a:t>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806136" y="5680931"/>
            <a:ext cx="3913504" cy="128587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33985" indent="-121920">
              <a:lnSpc>
                <a:spcPct val="100000"/>
              </a:lnSpc>
              <a:spcBef>
                <a:spcPts val="580"/>
              </a:spcBef>
              <a:buSzPct val="95744"/>
              <a:buChar char="•"/>
              <a:tabLst>
                <a:tab pos="134620" algn="l"/>
              </a:tabLst>
            </a:pPr>
            <a:r>
              <a:rPr dirty="0" sz="2350" spc="254">
                <a:solidFill>
                  <a:srgbClr val="231F20"/>
                </a:solidFill>
                <a:latin typeface="Calibri"/>
                <a:cs typeface="Calibri"/>
              </a:rPr>
              <a:t>Road </a:t>
            </a:r>
            <a:r>
              <a:rPr dirty="0" sz="2350" spc="135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2350" spc="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350" spc="165">
                <a:solidFill>
                  <a:srgbClr val="231F20"/>
                </a:solidFill>
                <a:latin typeface="Calibri"/>
                <a:cs typeface="Calibri"/>
              </a:rPr>
              <a:t>countryside</a:t>
            </a:r>
            <a:endParaRPr sz="2350">
              <a:latin typeface="Calibri"/>
              <a:cs typeface="Calibri"/>
            </a:endParaRPr>
          </a:p>
          <a:p>
            <a:pPr marL="133985" indent="-121920">
              <a:lnSpc>
                <a:spcPct val="100000"/>
              </a:lnSpc>
              <a:spcBef>
                <a:spcPts val="484"/>
              </a:spcBef>
              <a:buSzPct val="95744"/>
              <a:buChar char="•"/>
              <a:tabLst>
                <a:tab pos="134620" algn="l"/>
              </a:tabLst>
            </a:pPr>
            <a:r>
              <a:rPr dirty="0" sz="2350" spc="254">
                <a:solidFill>
                  <a:srgbClr val="231F20"/>
                </a:solidFill>
                <a:latin typeface="Calibri"/>
                <a:cs typeface="Calibri"/>
              </a:rPr>
              <a:t>Safe </a:t>
            </a:r>
            <a:r>
              <a:rPr dirty="0" sz="2350" spc="229">
                <a:solidFill>
                  <a:srgbClr val="231F20"/>
                </a:solidFill>
                <a:latin typeface="Calibri"/>
                <a:cs typeface="Calibri"/>
              </a:rPr>
              <a:t>and </a:t>
            </a:r>
            <a:r>
              <a:rPr dirty="0" sz="2350" spc="140">
                <a:solidFill>
                  <a:srgbClr val="231F20"/>
                </a:solidFill>
                <a:latin typeface="Calibri"/>
                <a:cs typeface="Calibri"/>
              </a:rPr>
              <a:t>not</a:t>
            </a:r>
            <a:r>
              <a:rPr dirty="0" sz="2350" spc="-10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350" spc="204">
                <a:solidFill>
                  <a:srgbClr val="231F20"/>
                </a:solidFill>
                <a:latin typeface="Calibri"/>
                <a:cs typeface="Calibri"/>
              </a:rPr>
              <a:t>crowded</a:t>
            </a:r>
            <a:endParaRPr sz="2350">
              <a:latin typeface="Calibri"/>
              <a:cs typeface="Calibri"/>
            </a:endParaRPr>
          </a:p>
          <a:p>
            <a:pPr marL="133985" indent="-121920">
              <a:lnSpc>
                <a:spcPct val="100000"/>
              </a:lnSpc>
              <a:spcBef>
                <a:spcPts val="484"/>
              </a:spcBef>
              <a:buSzPct val="95744"/>
              <a:buChar char="•"/>
              <a:tabLst>
                <a:tab pos="134620" algn="l"/>
              </a:tabLst>
            </a:pPr>
            <a:r>
              <a:rPr dirty="0" sz="2350" spc="285">
                <a:solidFill>
                  <a:srgbClr val="231F20"/>
                </a:solidFill>
                <a:latin typeface="Calibri"/>
                <a:cs typeface="Calibri"/>
              </a:rPr>
              <a:t>Good </a:t>
            </a:r>
            <a:r>
              <a:rPr dirty="0" sz="2350" spc="215">
                <a:solidFill>
                  <a:srgbClr val="231F20"/>
                </a:solidFill>
                <a:latin typeface="Calibri"/>
                <a:cs typeface="Calibri"/>
              </a:rPr>
              <a:t>roads </a:t>
            </a:r>
            <a:r>
              <a:rPr dirty="0" sz="2350" spc="21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2350" spc="-1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350" spc="155">
                <a:solidFill>
                  <a:srgbClr val="231F20"/>
                </a:solidFill>
                <a:latin typeface="Calibri"/>
                <a:cs typeface="Calibri"/>
              </a:rPr>
              <a:t>important</a:t>
            </a:r>
            <a:endParaRPr sz="2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61999" y="4732426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237547" y="460027"/>
                </a:moveTo>
                <a:lnTo>
                  <a:pt x="222480" y="460027"/>
                </a:lnTo>
                <a:lnTo>
                  <a:pt x="214965" y="459658"/>
                </a:lnTo>
                <a:lnTo>
                  <a:pt x="170453" y="452310"/>
                </a:lnTo>
                <a:lnTo>
                  <a:pt x="128229" y="436419"/>
                </a:lnTo>
                <a:lnTo>
                  <a:pt x="89917" y="412595"/>
                </a:lnTo>
                <a:lnTo>
                  <a:pt x="56989" y="381756"/>
                </a:lnTo>
                <a:lnTo>
                  <a:pt x="30710" y="345085"/>
                </a:lnTo>
                <a:lnTo>
                  <a:pt x="12091" y="303992"/>
                </a:lnTo>
                <a:lnTo>
                  <a:pt x="1845" y="260056"/>
                </a:lnTo>
                <a:lnTo>
                  <a:pt x="0" y="237547"/>
                </a:lnTo>
                <a:lnTo>
                  <a:pt x="0" y="222480"/>
                </a:lnTo>
                <a:lnTo>
                  <a:pt x="5889" y="177751"/>
                </a:lnTo>
                <a:lnTo>
                  <a:pt x="20391" y="135031"/>
                </a:lnTo>
                <a:lnTo>
                  <a:pt x="42949" y="95961"/>
                </a:lnTo>
                <a:lnTo>
                  <a:pt x="72696" y="62042"/>
                </a:lnTo>
                <a:lnTo>
                  <a:pt x="108488" y="34579"/>
                </a:lnTo>
                <a:lnTo>
                  <a:pt x="148951" y="14625"/>
                </a:lnTo>
                <a:lnTo>
                  <a:pt x="192528" y="2949"/>
                </a:lnTo>
                <a:lnTo>
                  <a:pt x="222480" y="0"/>
                </a:lnTo>
                <a:lnTo>
                  <a:pt x="237547" y="0"/>
                </a:lnTo>
                <a:lnTo>
                  <a:pt x="282275" y="5889"/>
                </a:lnTo>
                <a:lnTo>
                  <a:pt x="324996" y="20391"/>
                </a:lnTo>
                <a:lnTo>
                  <a:pt x="364066" y="42949"/>
                </a:lnTo>
                <a:lnTo>
                  <a:pt x="397984" y="72696"/>
                </a:lnTo>
                <a:lnTo>
                  <a:pt x="425448" y="108488"/>
                </a:lnTo>
                <a:lnTo>
                  <a:pt x="445401" y="148951"/>
                </a:lnTo>
                <a:lnTo>
                  <a:pt x="457077" y="192528"/>
                </a:lnTo>
                <a:lnTo>
                  <a:pt x="460027" y="222480"/>
                </a:lnTo>
                <a:lnTo>
                  <a:pt x="460027" y="237547"/>
                </a:lnTo>
                <a:lnTo>
                  <a:pt x="454138" y="282275"/>
                </a:lnTo>
                <a:lnTo>
                  <a:pt x="439636" y="324996"/>
                </a:lnTo>
                <a:lnTo>
                  <a:pt x="417078" y="364066"/>
                </a:lnTo>
                <a:lnTo>
                  <a:pt x="387331" y="397984"/>
                </a:lnTo>
                <a:lnTo>
                  <a:pt x="351538" y="425448"/>
                </a:lnTo>
                <a:lnTo>
                  <a:pt x="311076" y="445401"/>
                </a:lnTo>
                <a:lnTo>
                  <a:pt x="267498" y="457077"/>
                </a:lnTo>
                <a:lnTo>
                  <a:pt x="245062" y="459658"/>
                </a:lnTo>
                <a:close/>
              </a:path>
            </a:pathLst>
          </a:custGeom>
          <a:solidFill>
            <a:srgbClr val="F4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966551" y="4841724"/>
            <a:ext cx="250908" cy="2414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41088" y="4711516"/>
            <a:ext cx="502284" cy="502284"/>
          </a:xfrm>
          <a:custGeom>
            <a:avLst/>
            <a:gdLst/>
            <a:ahLst/>
            <a:cxnLst/>
            <a:rect l="l" t="t" r="r" b="b"/>
            <a:pathLst>
              <a:path w="502285" h="502285">
                <a:moveTo>
                  <a:pt x="250924" y="501848"/>
                </a:moveTo>
                <a:lnTo>
                  <a:pt x="205790" y="497808"/>
                </a:lnTo>
                <a:lnTo>
                  <a:pt x="163322" y="486160"/>
                </a:lnTo>
                <a:lnTo>
                  <a:pt x="124227" y="467610"/>
                </a:lnTo>
                <a:lnTo>
                  <a:pt x="89210" y="442865"/>
                </a:lnTo>
                <a:lnTo>
                  <a:pt x="58976" y="412630"/>
                </a:lnTo>
                <a:lnTo>
                  <a:pt x="34233" y="377612"/>
                </a:lnTo>
                <a:lnTo>
                  <a:pt x="15685" y="338517"/>
                </a:lnTo>
                <a:lnTo>
                  <a:pt x="4038" y="296052"/>
                </a:lnTo>
                <a:lnTo>
                  <a:pt x="0" y="250924"/>
                </a:lnTo>
                <a:lnTo>
                  <a:pt x="4039" y="205790"/>
                </a:lnTo>
                <a:lnTo>
                  <a:pt x="15687" y="163323"/>
                </a:lnTo>
                <a:lnTo>
                  <a:pt x="34237" y="124227"/>
                </a:lnTo>
                <a:lnTo>
                  <a:pt x="58983" y="89210"/>
                </a:lnTo>
                <a:lnTo>
                  <a:pt x="89218" y="58977"/>
                </a:lnTo>
                <a:lnTo>
                  <a:pt x="124236" y="34233"/>
                </a:lnTo>
                <a:lnTo>
                  <a:pt x="163330" y="15685"/>
                </a:lnTo>
                <a:lnTo>
                  <a:pt x="205795" y="4039"/>
                </a:lnTo>
                <a:lnTo>
                  <a:pt x="250924" y="0"/>
                </a:lnTo>
                <a:lnTo>
                  <a:pt x="296057" y="4039"/>
                </a:lnTo>
                <a:lnTo>
                  <a:pt x="338525" y="15687"/>
                </a:lnTo>
                <a:lnTo>
                  <a:pt x="377620" y="34237"/>
                </a:lnTo>
                <a:lnTo>
                  <a:pt x="388351" y="41820"/>
                </a:lnTo>
                <a:lnTo>
                  <a:pt x="250924" y="41820"/>
                </a:lnTo>
                <a:lnTo>
                  <a:pt x="203036" y="47352"/>
                </a:lnTo>
                <a:lnTo>
                  <a:pt x="159046" y="63106"/>
                </a:lnTo>
                <a:lnTo>
                  <a:pt x="120218" y="87816"/>
                </a:lnTo>
                <a:lnTo>
                  <a:pt x="87816" y="120218"/>
                </a:lnTo>
                <a:lnTo>
                  <a:pt x="63106" y="159046"/>
                </a:lnTo>
                <a:lnTo>
                  <a:pt x="47352" y="203036"/>
                </a:lnTo>
                <a:lnTo>
                  <a:pt x="41820" y="250924"/>
                </a:lnTo>
                <a:lnTo>
                  <a:pt x="47352" y="298811"/>
                </a:lnTo>
                <a:lnTo>
                  <a:pt x="63106" y="342801"/>
                </a:lnTo>
                <a:lnTo>
                  <a:pt x="87816" y="381630"/>
                </a:lnTo>
                <a:lnTo>
                  <a:pt x="120218" y="414031"/>
                </a:lnTo>
                <a:lnTo>
                  <a:pt x="159046" y="438741"/>
                </a:lnTo>
                <a:lnTo>
                  <a:pt x="203036" y="454495"/>
                </a:lnTo>
                <a:lnTo>
                  <a:pt x="250924" y="460027"/>
                </a:lnTo>
                <a:lnTo>
                  <a:pt x="388350" y="460027"/>
                </a:lnTo>
                <a:lnTo>
                  <a:pt x="377612" y="467615"/>
                </a:lnTo>
                <a:lnTo>
                  <a:pt x="338517" y="486163"/>
                </a:lnTo>
                <a:lnTo>
                  <a:pt x="296052" y="497809"/>
                </a:lnTo>
                <a:lnTo>
                  <a:pt x="250924" y="501848"/>
                </a:lnTo>
                <a:close/>
              </a:path>
              <a:path w="502285" h="502285">
                <a:moveTo>
                  <a:pt x="388350" y="460027"/>
                </a:moveTo>
                <a:lnTo>
                  <a:pt x="250924" y="460027"/>
                </a:lnTo>
                <a:lnTo>
                  <a:pt x="298811" y="454495"/>
                </a:lnTo>
                <a:lnTo>
                  <a:pt x="342801" y="438741"/>
                </a:lnTo>
                <a:lnTo>
                  <a:pt x="381630" y="414031"/>
                </a:lnTo>
                <a:lnTo>
                  <a:pt x="414031" y="381630"/>
                </a:lnTo>
                <a:lnTo>
                  <a:pt x="438741" y="342801"/>
                </a:lnTo>
                <a:lnTo>
                  <a:pt x="454495" y="298811"/>
                </a:lnTo>
                <a:lnTo>
                  <a:pt x="460027" y="250924"/>
                </a:lnTo>
                <a:lnTo>
                  <a:pt x="454495" y="203036"/>
                </a:lnTo>
                <a:lnTo>
                  <a:pt x="438741" y="159046"/>
                </a:lnTo>
                <a:lnTo>
                  <a:pt x="414031" y="120218"/>
                </a:lnTo>
                <a:lnTo>
                  <a:pt x="381630" y="87816"/>
                </a:lnTo>
                <a:lnTo>
                  <a:pt x="342801" y="63106"/>
                </a:lnTo>
                <a:lnTo>
                  <a:pt x="298811" y="47352"/>
                </a:lnTo>
                <a:lnTo>
                  <a:pt x="250924" y="41820"/>
                </a:lnTo>
                <a:lnTo>
                  <a:pt x="388351" y="41820"/>
                </a:lnTo>
                <a:lnTo>
                  <a:pt x="442871" y="89218"/>
                </a:lnTo>
                <a:lnTo>
                  <a:pt x="467614" y="124236"/>
                </a:lnTo>
                <a:lnTo>
                  <a:pt x="486162" y="163330"/>
                </a:lnTo>
                <a:lnTo>
                  <a:pt x="497809" y="205795"/>
                </a:lnTo>
                <a:lnTo>
                  <a:pt x="501848" y="250924"/>
                </a:lnTo>
                <a:lnTo>
                  <a:pt x="497808" y="296058"/>
                </a:lnTo>
                <a:lnTo>
                  <a:pt x="486160" y="338525"/>
                </a:lnTo>
                <a:lnTo>
                  <a:pt x="467610" y="377620"/>
                </a:lnTo>
                <a:lnTo>
                  <a:pt x="442865" y="412638"/>
                </a:lnTo>
                <a:lnTo>
                  <a:pt x="412630" y="442871"/>
                </a:lnTo>
                <a:lnTo>
                  <a:pt x="388350" y="460027"/>
                </a:lnTo>
                <a:close/>
              </a:path>
            </a:pathLst>
          </a:custGeom>
          <a:solidFill>
            <a:srgbClr val="8C90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0" y="5616487"/>
            <a:ext cx="4585259" cy="46705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54" y="5616487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0" y="0"/>
                </a:moveTo>
                <a:lnTo>
                  <a:pt x="4581470" y="0"/>
                </a:lnTo>
              </a:path>
            </a:pathLst>
          </a:custGeom>
          <a:ln w="761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54" y="5616487"/>
            <a:ext cx="0" cy="4671060"/>
          </a:xfrm>
          <a:custGeom>
            <a:avLst/>
            <a:gdLst/>
            <a:ahLst/>
            <a:cxnLst/>
            <a:rect l="l" t="t" r="r" b="b"/>
            <a:pathLst>
              <a:path w="0" h="4671059">
                <a:moveTo>
                  <a:pt x="0" y="4670511"/>
                </a:moveTo>
                <a:lnTo>
                  <a:pt x="0" y="0"/>
                </a:lnTo>
              </a:path>
            </a:pathLst>
          </a:custGeom>
          <a:ln w="761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0" y="908908"/>
            <a:ext cx="4585259" cy="45019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144026" y="5410809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0">
                <a:moveTo>
                  <a:pt x="458149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008385" y="1865232"/>
            <a:ext cx="4279613" cy="75542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4008385" y="9425661"/>
            <a:ext cx="4279900" cy="0"/>
          </a:xfrm>
          <a:custGeom>
            <a:avLst/>
            <a:gdLst/>
            <a:ahLst/>
            <a:cxnLst/>
            <a:rect l="l" t="t" r="r" b="b"/>
            <a:pathLst>
              <a:path w="4279900" h="0">
                <a:moveTo>
                  <a:pt x="4279613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0" y="9960971"/>
            <a:ext cx="18288000" cy="326390"/>
          </a:xfrm>
          <a:custGeom>
            <a:avLst/>
            <a:gdLst/>
            <a:ahLst/>
            <a:cxnLst/>
            <a:rect l="l" t="t" r="r" b="b"/>
            <a:pathLst>
              <a:path w="18288000" h="326390">
                <a:moveTo>
                  <a:pt x="18287999" y="326028"/>
                </a:moveTo>
                <a:lnTo>
                  <a:pt x="0" y="32602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326028"/>
                </a:lnTo>
                <a:close/>
              </a:path>
            </a:pathLst>
          </a:custGeom>
          <a:solidFill>
            <a:srgbClr val="2020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828388" y="3539369"/>
            <a:ext cx="2464435" cy="1061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5"/>
              <a:t>i</a:t>
            </a:r>
            <a:r>
              <a:rPr dirty="0" spc="615"/>
              <a:t>t</a:t>
            </a:r>
            <a:r>
              <a:rPr dirty="0" spc="200"/>
              <a:t>e</a:t>
            </a:r>
            <a:r>
              <a:rPr dirty="0" spc="1390"/>
              <a:t>m</a:t>
            </a:r>
            <a:r>
              <a:rPr dirty="0" spc="720"/>
              <a:t>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330381" y="5081607"/>
            <a:ext cx="4088129" cy="144335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49225" indent="-137160">
              <a:lnSpc>
                <a:spcPct val="100000"/>
              </a:lnSpc>
              <a:spcBef>
                <a:spcPts val="635"/>
              </a:spcBef>
              <a:buSzPct val="96226"/>
              <a:buChar char="•"/>
              <a:tabLst>
                <a:tab pos="149860" algn="l"/>
              </a:tabLst>
            </a:pPr>
            <a:r>
              <a:rPr dirty="0" sz="2650" spc="220">
                <a:solidFill>
                  <a:srgbClr val="231F20"/>
                </a:solidFill>
                <a:latin typeface="Calibri"/>
                <a:cs typeface="Calibri"/>
              </a:rPr>
              <a:t>Helmet </a:t>
            </a:r>
            <a:r>
              <a:rPr dirty="0" sz="2650" spc="11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2650" spc="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50" spc="200">
                <a:solidFill>
                  <a:srgbClr val="231F20"/>
                </a:solidFill>
                <a:latin typeface="Calibri"/>
                <a:cs typeface="Calibri"/>
              </a:rPr>
              <a:t>safety</a:t>
            </a:r>
            <a:endParaRPr sz="2650">
              <a:latin typeface="Calibri"/>
              <a:cs typeface="Calibri"/>
            </a:endParaRPr>
          </a:p>
          <a:p>
            <a:pPr marL="149225" indent="-137160">
              <a:lnSpc>
                <a:spcPct val="100000"/>
              </a:lnSpc>
              <a:spcBef>
                <a:spcPts val="540"/>
              </a:spcBef>
              <a:buSzPct val="96226"/>
              <a:buChar char="•"/>
              <a:tabLst>
                <a:tab pos="149860" algn="l"/>
              </a:tabLst>
            </a:pPr>
            <a:r>
              <a:rPr dirty="0" sz="2650" spc="290">
                <a:solidFill>
                  <a:srgbClr val="231F20"/>
                </a:solidFill>
                <a:latin typeface="Calibri"/>
                <a:cs typeface="Calibri"/>
              </a:rPr>
              <a:t>Gloves </a:t>
            </a:r>
            <a:r>
              <a:rPr dirty="0" sz="2650" spc="145">
                <a:solidFill>
                  <a:srgbClr val="231F20"/>
                </a:solidFill>
                <a:latin typeface="Calibri"/>
                <a:cs typeface="Calibri"/>
              </a:rPr>
              <a:t>to </a:t>
            </a:r>
            <a:r>
              <a:rPr dirty="0" sz="2650" spc="190">
                <a:solidFill>
                  <a:srgbClr val="231F20"/>
                </a:solidFill>
                <a:latin typeface="Calibri"/>
                <a:cs typeface="Calibri"/>
              </a:rPr>
              <a:t>protect</a:t>
            </a:r>
            <a:r>
              <a:rPr dirty="0" sz="265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50" spc="250">
                <a:solidFill>
                  <a:srgbClr val="231F20"/>
                </a:solidFill>
                <a:latin typeface="Calibri"/>
                <a:cs typeface="Calibri"/>
              </a:rPr>
              <a:t>hands</a:t>
            </a:r>
            <a:endParaRPr sz="2650">
              <a:latin typeface="Calibri"/>
              <a:cs typeface="Calibri"/>
            </a:endParaRPr>
          </a:p>
          <a:p>
            <a:pPr marL="149225" indent="-137160">
              <a:lnSpc>
                <a:spcPct val="100000"/>
              </a:lnSpc>
              <a:spcBef>
                <a:spcPts val="540"/>
              </a:spcBef>
              <a:buSzPct val="96226"/>
              <a:buChar char="•"/>
              <a:tabLst>
                <a:tab pos="149860" algn="l"/>
              </a:tabLst>
            </a:pPr>
            <a:r>
              <a:rPr dirty="0" sz="2650" spc="305">
                <a:solidFill>
                  <a:srgbClr val="231F20"/>
                </a:solidFill>
                <a:latin typeface="Calibri"/>
                <a:cs typeface="Calibri"/>
              </a:rPr>
              <a:t>Jacket </a:t>
            </a:r>
            <a:r>
              <a:rPr dirty="0" sz="2650" spc="11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2650" spc="-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50" spc="135">
                <a:solidFill>
                  <a:srgbClr val="231F20"/>
                </a:solidFill>
                <a:latin typeface="Calibri"/>
                <a:cs typeface="Calibri"/>
              </a:rPr>
              <a:t>riding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2709986"/>
            <a:ext cx="962146" cy="702853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47816" y="2709986"/>
            <a:ext cx="228600" cy="7029450"/>
          </a:xfrm>
          <a:custGeom>
            <a:avLst/>
            <a:gdLst/>
            <a:ahLst/>
            <a:cxnLst/>
            <a:rect l="l" t="t" r="r" b="b"/>
            <a:pathLst>
              <a:path w="228600" h="7029450">
                <a:moveTo>
                  <a:pt x="0" y="0"/>
                </a:moveTo>
                <a:lnTo>
                  <a:pt x="228599" y="0"/>
                </a:lnTo>
                <a:lnTo>
                  <a:pt x="228599" y="7029449"/>
                </a:lnTo>
                <a:lnTo>
                  <a:pt x="0" y="7029449"/>
                </a:lnTo>
                <a:lnTo>
                  <a:pt x="0" y="0"/>
                </a:lnTo>
                <a:close/>
              </a:path>
            </a:pathLst>
          </a:custGeom>
          <a:solidFill>
            <a:srgbClr val="F4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74746" y="10227801"/>
            <a:ext cx="4445" cy="59690"/>
          </a:xfrm>
          <a:custGeom>
            <a:avLst/>
            <a:gdLst/>
            <a:ahLst/>
            <a:cxnLst/>
            <a:rect l="l" t="t" r="r" b="b"/>
            <a:pathLst>
              <a:path w="4445" h="59690">
                <a:moveTo>
                  <a:pt x="0" y="0"/>
                </a:moveTo>
                <a:lnTo>
                  <a:pt x="2938" y="47114"/>
                </a:lnTo>
                <a:lnTo>
                  <a:pt x="4197" y="59198"/>
                </a:lnTo>
              </a:path>
            </a:pathLst>
          </a:custGeom>
          <a:ln w="380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398751" y="9500644"/>
            <a:ext cx="227965" cy="786765"/>
          </a:xfrm>
          <a:custGeom>
            <a:avLst/>
            <a:gdLst/>
            <a:ahLst/>
            <a:cxnLst/>
            <a:rect l="l" t="t" r="r" b="b"/>
            <a:pathLst>
              <a:path w="227964" h="786765">
                <a:moveTo>
                  <a:pt x="222781" y="786354"/>
                </a:moveTo>
                <a:lnTo>
                  <a:pt x="224039" y="774270"/>
                </a:lnTo>
                <a:lnTo>
                  <a:pt x="226978" y="727156"/>
                </a:lnTo>
                <a:lnTo>
                  <a:pt x="227966" y="679538"/>
                </a:lnTo>
                <a:lnTo>
                  <a:pt x="226978" y="631920"/>
                </a:lnTo>
                <a:lnTo>
                  <a:pt x="224039" y="584806"/>
                </a:lnTo>
                <a:lnTo>
                  <a:pt x="219189" y="538234"/>
                </a:lnTo>
                <a:lnTo>
                  <a:pt x="212467" y="492245"/>
                </a:lnTo>
                <a:lnTo>
                  <a:pt x="203912" y="446877"/>
                </a:lnTo>
                <a:lnTo>
                  <a:pt x="193563" y="402169"/>
                </a:lnTo>
                <a:lnTo>
                  <a:pt x="181458" y="358160"/>
                </a:lnTo>
                <a:lnTo>
                  <a:pt x="167638" y="314890"/>
                </a:lnTo>
                <a:lnTo>
                  <a:pt x="152141" y="272397"/>
                </a:lnTo>
                <a:lnTo>
                  <a:pt x="135007" y="230720"/>
                </a:lnTo>
                <a:lnTo>
                  <a:pt x="116274" y="189900"/>
                </a:lnTo>
                <a:lnTo>
                  <a:pt x="95981" y="149974"/>
                </a:lnTo>
                <a:lnTo>
                  <a:pt x="74169" y="110982"/>
                </a:lnTo>
                <a:lnTo>
                  <a:pt x="50875" y="72962"/>
                </a:lnTo>
                <a:lnTo>
                  <a:pt x="26139" y="35955"/>
                </a:lnTo>
                <a:lnTo>
                  <a:pt x="0" y="0"/>
                </a:lnTo>
              </a:path>
            </a:pathLst>
          </a:custGeom>
          <a:ln w="380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355997" y="3147115"/>
            <a:ext cx="134620" cy="10795"/>
          </a:xfrm>
          <a:custGeom>
            <a:avLst/>
            <a:gdLst/>
            <a:ahLst/>
            <a:cxnLst/>
            <a:rect l="l" t="t" r="r" b="b"/>
            <a:pathLst>
              <a:path w="134620" h="10794">
                <a:moveTo>
                  <a:pt x="0" y="0"/>
                </a:moveTo>
                <a:lnTo>
                  <a:pt x="26959" y="3081"/>
                </a:lnTo>
                <a:lnTo>
                  <a:pt x="74103" y="7268"/>
                </a:lnTo>
                <a:lnTo>
                  <a:pt x="121576" y="10276"/>
                </a:lnTo>
                <a:lnTo>
                  <a:pt x="134438" y="10765"/>
                </a:lnTo>
              </a:path>
            </a:pathLst>
          </a:custGeom>
          <a:ln w="38100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656461" y="3147115"/>
            <a:ext cx="134620" cy="10795"/>
          </a:xfrm>
          <a:custGeom>
            <a:avLst/>
            <a:gdLst/>
            <a:ahLst/>
            <a:cxnLst/>
            <a:rect l="l" t="t" r="r" b="b"/>
            <a:pathLst>
              <a:path w="134620" h="10794">
                <a:moveTo>
                  <a:pt x="0" y="10765"/>
                </a:moveTo>
                <a:lnTo>
                  <a:pt x="12862" y="10276"/>
                </a:lnTo>
                <a:lnTo>
                  <a:pt x="60334" y="7268"/>
                </a:lnTo>
                <a:lnTo>
                  <a:pt x="107478" y="3081"/>
                </a:lnTo>
                <a:lnTo>
                  <a:pt x="134438" y="0"/>
                </a:lnTo>
              </a:path>
            </a:pathLst>
          </a:custGeom>
          <a:ln w="380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265973" y="3134415"/>
            <a:ext cx="90170" cy="12700"/>
          </a:xfrm>
          <a:custGeom>
            <a:avLst/>
            <a:gdLst/>
            <a:ahLst/>
            <a:cxnLst/>
            <a:rect l="l" t="t" r="r" b="b"/>
            <a:pathLst>
              <a:path w="90170" h="12700">
                <a:moveTo>
                  <a:pt x="0" y="0"/>
                </a:moveTo>
                <a:lnTo>
                  <a:pt x="23742" y="3933"/>
                </a:lnTo>
                <a:lnTo>
                  <a:pt x="70183" y="10432"/>
                </a:lnTo>
                <a:lnTo>
                  <a:pt x="90023" y="12700"/>
                </a:lnTo>
              </a:path>
            </a:pathLst>
          </a:custGeom>
          <a:ln w="38100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790899" y="3134415"/>
            <a:ext cx="90170" cy="12700"/>
          </a:xfrm>
          <a:custGeom>
            <a:avLst/>
            <a:gdLst/>
            <a:ahLst/>
            <a:cxnLst/>
            <a:rect l="l" t="t" r="r" b="b"/>
            <a:pathLst>
              <a:path w="90170" h="12700">
                <a:moveTo>
                  <a:pt x="0" y="12700"/>
                </a:moveTo>
                <a:lnTo>
                  <a:pt x="19840" y="10432"/>
                </a:lnTo>
                <a:lnTo>
                  <a:pt x="66281" y="3933"/>
                </a:lnTo>
                <a:lnTo>
                  <a:pt x="90023" y="0"/>
                </a:lnTo>
              </a:path>
            </a:pathLst>
          </a:custGeom>
          <a:ln w="38100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710399" y="1301068"/>
            <a:ext cx="1555750" cy="1833880"/>
          </a:xfrm>
          <a:custGeom>
            <a:avLst/>
            <a:gdLst/>
            <a:ahLst/>
            <a:cxnLst/>
            <a:rect l="l" t="t" r="r" b="b"/>
            <a:pathLst>
              <a:path w="1555750" h="1833880">
                <a:moveTo>
                  <a:pt x="0" y="0"/>
                </a:moveTo>
                <a:lnTo>
                  <a:pt x="553" y="43730"/>
                </a:lnTo>
                <a:lnTo>
                  <a:pt x="2369" y="91517"/>
                </a:lnTo>
                <a:lnTo>
                  <a:pt x="5377" y="138990"/>
                </a:lnTo>
                <a:lnTo>
                  <a:pt x="9563" y="186134"/>
                </a:lnTo>
                <a:lnTo>
                  <a:pt x="14913" y="232934"/>
                </a:lnTo>
                <a:lnTo>
                  <a:pt x="21412" y="279375"/>
                </a:lnTo>
                <a:lnTo>
                  <a:pt x="29044" y="325443"/>
                </a:lnTo>
                <a:lnTo>
                  <a:pt x="37796" y="371123"/>
                </a:lnTo>
                <a:lnTo>
                  <a:pt x="47653" y="416400"/>
                </a:lnTo>
                <a:lnTo>
                  <a:pt x="58600" y="461261"/>
                </a:lnTo>
                <a:lnTo>
                  <a:pt x="70622" y="505690"/>
                </a:lnTo>
                <a:lnTo>
                  <a:pt x="83706" y="549673"/>
                </a:lnTo>
                <a:lnTo>
                  <a:pt x="97836" y="593194"/>
                </a:lnTo>
                <a:lnTo>
                  <a:pt x="112997" y="636240"/>
                </a:lnTo>
                <a:lnTo>
                  <a:pt x="129176" y="678796"/>
                </a:lnTo>
                <a:lnTo>
                  <a:pt x="146356" y="720847"/>
                </a:lnTo>
                <a:lnTo>
                  <a:pt x="164525" y="762378"/>
                </a:lnTo>
                <a:lnTo>
                  <a:pt x="183667" y="803375"/>
                </a:lnTo>
                <a:lnTo>
                  <a:pt x="203767" y="843824"/>
                </a:lnTo>
                <a:lnTo>
                  <a:pt x="224811" y="883709"/>
                </a:lnTo>
                <a:lnTo>
                  <a:pt x="246784" y="923016"/>
                </a:lnTo>
                <a:lnTo>
                  <a:pt x="269672" y="961730"/>
                </a:lnTo>
                <a:lnTo>
                  <a:pt x="293460" y="999837"/>
                </a:lnTo>
                <a:lnTo>
                  <a:pt x="318133" y="1037322"/>
                </a:lnTo>
                <a:lnTo>
                  <a:pt x="343677" y="1074170"/>
                </a:lnTo>
                <a:lnTo>
                  <a:pt x="370077" y="1110368"/>
                </a:lnTo>
                <a:lnTo>
                  <a:pt x="397319" y="1145899"/>
                </a:lnTo>
                <a:lnTo>
                  <a:pt x="425387" y="1180750"/>
                </a:lnTo>
                <a:lnTo>
                  <a:pt x="454267" y="1214906"/>
                </a:lnTo>
                <a:lnTo>
                  <a:pt x="483945" y="1248352"/>
                </a:lnTo>
                <a:lnTo>
                  <a:pt x="514406" y="1281074"/>
                </a:lnTo>
                <a:lnTo>
                  <a:pt x="545635" y="1313056"/>
                </a:lnTo>
                <a:lnTo>
                  <a:pt x="577618" y="1344285"/>
                </a:lnTo>
                <a:lnTo>
                  <a:pt x="610340" y="1374746"/>
                </a:lnTo>
                <a:lnTo>
                  <a:pt x="643786" y="1404424"/>
                </a:lnTo>
                <a:lnTo>
                  <a:pt x="677942" y="1433304"/>
                </a:lnTo>
                <a:lnTo>
                  <a:pt x="712792" y="1461373"/>
                </a:lnTo>
                <a:lnTo>
                  <a:pt x="748324" y="1488614"/>
                </a:lnTo>
                <a:lnTo>
                  <a:pt x="784521" y="1515014"/>
                </a:lnTo>
                <a:lnTo>
                  <a:pt x="821370" y="1540558"/>
                </a:lnTo>
                <a:lnTo>
                  <a:pt x="858855" y="1565231"/>
                </a:lnTo>
                <a:lnTo>
                  <a:pt x="896962" y="1589019"/>
                </a:lnTo>
                <a:lnTo>
                  <a:pt x="935676" y="1611907"/>
                </a:lnTo>
                <a:lnTo>
                  <a:pt x="974983" y="1633880"/>
                </a:lnTo>
                <a:lnTo>
                  <a:pt x="1014868" y="1654924"/>
                </a:lnTo>
                <a:lnTo>
                  <a:pt x="1055316" y="1675025"/>
                </a:lnTo>
                <a:lnTo>
                  <a:pt x="1096313" y="1694166"/>
                </a:lnTo>
                <a:lnTo>
                  <a:pt x="1137845" y="1712335"/>
                </a:lnTo>
                <a:lnTo>
                  <a:pt x="1179896" y="1729516"/>
                </a:lnTo>
                <a:lnTo>
                  <a:pt x="1222451" y="1745694"/>
                </a:lnTo>
                <a:lnTo>
                  <a:pt x="1265497" y="1760856"/>
                </a:lnTo>
                <a:lnTo>
                  <a:pt x="1309019" y="1774986"/>
                </a:lnTo>
                <a:lnTo>
                  <a:pt x="1353001" y="1788069"/>
                </a:lnTo>
                <a:lnTo>
                  <a:pt x="1397430" y="1800092"/>
                </a:lnTo>
                <a:lnTo>
                  <a:pt x="1442291" y="1811039"/>
                </a:lnTo>
                <a:lnTo>
                  <a:pt x="1487569" y="1820895"/>
                </a:lnTo>
                <a:lnTo>
                  <a:pt x="1533249" y="1829647"/>
                </a:lnTo>
                <a:lnTo>
                  <a:pt x="1555574" y="1833346"/>
                </a:lnTo>
              </a:path>
            </a:pathLst>
          </a:custGeom>
          <a:ln w="38100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880923" y="1379686"/>
            <a:ext cx="1553845" cy="1755139"/>
          </a:xfrm>
          <a:custGeom>
            <a:avLst/>
            <a:gdLst/>
            <a:ahLst/>
            <a:cxnLst/>
            <a:rect l="l" t="t" r="r" b="b"/>
            <a:pathLst>
              <a:path w="1553845" h="1755139">
                <a:moveTo>
                  <a:pt x="0" y="1754728"/>
                </a:moveTo>
                <a:lnTo>
                  <a:pt x="68005" y="1742278"/>
                </a:lnTo>
                <a:lnTo>
                  <a:pt x="113283" y="1732421"/>
                </a:lnTo>
                <a:lnTo>
                  <a:pt x="158144" y="1721474"/>
                </a:lnTo>
                <a:lnTo>
                  <a:pt x="202573" y="1709451"/>
                </a:lnTo>
                <a:lnTo>
                  <a:pt x="246555" y="1696368"/>
                </a:lnTo>
                <a:lnTo>
                  <a:pt x="290077" y="1682238"/>
                </a:lnTo>
                <a:lnTo>
                  <a:pt x="333123" y="1667076"/>
                </a:lnTo>
                <a:lnTo>
                  <a:pt x="375678" y="1650898"/>
                </a:lnTo>
                <a:lnTo>
                  <a:pt x="417729" y="1633717"/>
                </a:lnTo>
                <a:lnTo>
                  <a:pt x="459261" y="1615549"/>
                </a:lnTo>
                <a:lnTo>
                  <a:pt x="500258" y="1596407"/>
                </a:lnTo>
                <a:lnTo>
                  <a:pt x="540706" y="1576307"/>
                </a:lnTo>
                <a:lnTo>
                  <a:pt x="580591" y="1555262"/>
                </a:lnTo>
                <a:lnTo>
                  <a:pt x="619898" y="1533289"/>
                </a:lnTo>
                <a:lnTo>
                  <a:pt x="658612" y="1510401"/>
                </a:lnTo>
                <a:lnTo>
                  <a:pt x="696719" y="1486613"/>
                </a:lnTo>
                <a:lnTo>
                  <a:pt x="734204" y="1461940"/>
                </a:lnTo>
                <a:lnTo>
                  <a:pt x="771053" y="1436396"/>
                </a:lnTo>
                <a:lnTo>
                  <a:pt x="807250" y="1409996"/>
                </a:lnTo>
                <a:lnTo>
                  <a:pt x="842782" y="1382755"/>
                </a:lnTo>
                <a:lnTo>
                  <a:pt x="877632" y="1354687"/>
                </a:lnTo>
                <a:lnTo>
                  <a:pt x="911788" y="1325806"/>
                </a:lnTo>
                <a:lnTo>
                  <a:pt x="945234" y="1296128"/>
                </a:lnTo>
                <a:lnTo>
                  <a:pt x="977956" y="1265667"/>
                </a:lnTo>
                <a:lnTo>
                  <a:pt x="1009939" y="1234438"/>
                </a:lnTo>
                <a:lnTo>
                  <a:pt x="1041168" y="1202456"/>
                </a:lnTo>
                <a:lnTo>
                  <a:pt x="1071629" y="1169734"/>
                </a:lnTo>
                <a:lnTo>
                  <a:pt x="1101307" y="1136288"/>
                </a:lnTo>
                <a:lnTo>
                  <a:pt x="1130187" y="1102132"/>
                </a:lnTo>
                <a:lnTo>
                  <a:pt x="1158255" y="1067281"/>
                </a:lnTo>
                <a:lnTo>
                  <a:pt x="1185497" y="1031750"/>
                </a:lnTo>
                <a:lnTo>
                  <a:pt x="1211897" y="995552"/>
                </a:lnTo>
                <a:lnTo>
                  <a:pt x="1237441" y="958704"/>
                </a:lnTo>
                <a:lnTo>
                  <a:pt x="1262114" y="921219"/>
                </a:lnTo>
                <a:lnTo>
                  <a:pt x="1285902" y="883112"/>
                </a:lnTo>
                <a:lnTo>
                  <a:pt x="1308790" y="844398"/>
                </a:lnTo>
                <a:lnTo>
                  <a:pt x="1330763" y="805091"/>
                </a:lnTo>
                <a:lnTo>
                  <a:pt x="1351807" y="765206"/>
                </a:lnTo>
                <a:lnTo>
                  <a:pt x="1371907" y="724757"/>
                </a:lnTo>
                <a:lnTo>
                  <a:pt x="1391049" y="683760"/>
                </a:lnTo>
                <a:lnTo>
                  <a:pt x="1409218" y="642229"/>
                </a:lnTo>
                <a:lnTo>
                  <a:pt x="1426399" y="600178"/>
                </a:lnTo>
                <a:lnTo>
                  <a:pt x="1442577" y="557622"/>
                </a:lnTo>
                <a:lnTo>
                  <a:pt x="1457738" y="514576"/>
                </a:lnTo>
                <a:lnTo>
                  <a:pt x="1471868" y="471055"/>
                </a:lnTo>
                <a:lnTo>
                  <a:pt x="1484952" y="427072"/>
                </a:lnTo>
                <a:lnTo>
                  <a:pt x="1496974" y="382643"/>
                </a:lnTo>
                <a:lnTo>
                  <a:pt x="1507921" y="337783"/>
                </a:lnTo>
                <a:lnTo>
                  <a:pt x="1517778" y="292505"/>
                </a:lnTo>
                <a:lnTo>
                  <a:pt x="1526530" y="246825"/>
                </a:lnTo>
                <a:lnTo>
                  <a:pt x="1534163" y="200757"/>
                </a:lnTo>
                <a:lnTo>
                  <a:pt x="1540661" y="154316"/>
                </a:lnTo>
                <a:lnTo>
                  <a:pt x="1546011" y="107516"/>
                </a:lnTo>
                <a:lnTo>
                  <a:pt x="1550197" y="60372"/>
                </a:lnTo>
                <a:lnTo>
                  <a:pt x="1553205" y="12899"/>
                </a:lnTo>
                <a:lnTo>
                  <a:pt x="1553696" y="0"/>
                </a:lnTo>
              </a:path>
            </a:pathLst>
          </a:custGeom>
          <a:ln w="38100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4572905" y="827030"/>
            <a:ext cx="1583065" cy="46738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727579" y="3693478"/>
            <a:ext cx="467383" cy="158306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39425" y="6050694"/>
            <a:ext cx="4020185" cy="1061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800" spc="-135">
                <a:solidFill>
                  <a:srgbClr val="202025"/>
                </a:solidFill>
                <a:latin typeface="Arial"/>
                <a:cs typeface="Arial"/>
              </a:rPr>
              <a:t>C</a:t>
            </a:r>
            <a:r>
              <a:rPr dirty="0" sz="6800" spc="340">
                <a:solidFill>
                  <a:srgbClr val="202025"/>
                </a:solidFill>
                <a:latin typeface="Arial"/>
                <a:cs typeface="Arial"/>
              </a:rPr>
              <a:t>o</a:t>
            </a:r>
            <a:r>
              <a:rPr dirty="0" sz="6800" spc="1390">
                <a:solidFill>
                  <a:srgbClr val="202025"/>
                </a:solidFill>
                <a:latin typeface="Arial"/>
                <a:cs typeface="Arial"/>
              </a:rPr>
              <a:t>m</a:t>
            </a:r>
            <a:r>
              <a:rPr dirty="0" sz="6800" spc="505">
                <a:solidFill>
                  <a:srgbClr val="202025"/>
                </a:solidFill>
                <a:latin typeface="Arial"/>
                <a:cs typeface="Arial"/>
              </a:rPr>
              <a:t>p</a:t>
            </a:r>
            <a:r>
              <a:rPr dirty="0" sz="6800" spc="340">
                <a:solidFill>
                  <a:srgbClr val="202025"/>
                </a:solidFill>
                <a:latin typeface="Arial"/>
                <a:cs typeface="Arial"/>
              </a:rPr>
              <a:t>a</a:t>
            </a:r>
            <a:r>
              <a:rPr dirty="0" sz="6800" spc="445">
                <a:solidFill>
                  <a:srgbClr val="202025"/>
                </a:solidFill>
                <a:latin typeface="Arial"/>
                <a:cs typeface="Arial"/>
              </a:rPr>
              <a:t>r</a:t>
            </a:r>
            <a:r>
              <a:rPr dirty="0" sz="6800" spc="575">
                <a:solidFill>
                  <a:srgbClr val="202025"/>
                </a:solidFill>
                <a:latin typeface="Arial"/>
                <a:cs typeface="Arial"/>
              </a:rPr>
              <a:t>e</a:t>
            </a:r>
            <a:endParaRPr sz="6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65429" y="5589642"/>
            <a:ext cx="5890260" cy="231648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700"/>
              </a:spcBef>
              <a:buSzPct val="96923"/>
              <a:buChar char="•"/>
              <a:tabLst>
                <a:tab pos="209550" algn="l"/>
              </a:tabLst>
            </a:pPr>
            <a:r>
              <a:rPr dirty="0" sz="3250" spc="315" b="1">
                <a:solidFill>
                  <a:srgbClr val="202025"/>
                </a:solidFill>
                <a:latin typeface="Calibri"/>
                <a:cs typeface="Calibri"/>
              </a:rPr>
              <a:t>More </a:t>
            </a:r>
            <a:r>
              <a:rPr dirty="0" sz="3250" spc="330" b="1">
                <a:solidFill>
                  <a:srgbClr val="202025"/>
                </a:solidFill>
                <a:latin typeface="Calibri"/>
                <a:cs typeface="Calibri"/>
              </a:rPr>
              <a:t>exciting </a:t>
            </a:r>
            <a:r>
              <a:rPr dirty="0" sz="3250" spc="340" b="1">
                <a:solidFill>
                  <a:srgbClr val="202025"/>
                </a:solidFill>
                <a:latin typeface="Calibri"/>
                <a:cs typeface="Calibri"/>
              </a:rPr>
              <a:t>than</a:t>
            </a:r>
            <a:r>
              <a:rPr dirty="0" sz="3250" spc="-114" b="1">
                <a:solidFill>
                  <a:srgbClr val="202025"/>
                </a:solidFill>
                <a:latin typeface="Calibri"/>
                <a:cs typeface="Calibri"/>
              </a:rPr>
              <a:t> </a:t>
            </a:r>
            <a:r>
              <a:rPr dirty="0" sz="3250" spc="425" b="1">
                <a:solidFill>
                  <a:srgbClr val="202025"/>
                </a:solidFill>
                <a:latin typeface="Calibri"/>
                <a:cs typeface="Calibri"/>
              </a:rPr>
              <a:t>gaming</a:t>
            </a:r>
            <a:endParaRPr sz="325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610"/>
              </a:spcBef>
              <a:buSzPct val="96923"/>
              <a:buChar char="•"/>
              <a:tabLst>
                <a:tab pos="209550" algn="l"/>
              </a:tabLst>
            </a:pPr>
            <a:r>
              <a:rPr dirty="0" sz="3250" spc="390" b="1">
                <a:solidFill>
                  <a:srgbClr val="202025"/>
                </a:solidFill>
                <a:latin typeface="Calibri"/>
                <a:cs typeface="Calibri"/>
              </a:rPr>
              <a:t>Faster </a:t>
            </a:r>
            <a:r>
              <a:rPr dirty="0" sz="3250" spc="340" b="1">
                <a:solidFill>
                  <a:srgbClr val="202025"/>
                </a:solidFill>
                <a:latin typeface="Calibri"/>
                <a:cs typeface="Calibri"/>
              </a:rPr>
              <a:t>than</a:t>
            </a:r>
            <a:r>
              <a:rPr dirty="0" sz="3250" spc="-40" b="1">
                <a:solidFill>
                  <a:srgbClr val="202025"/>
                </a:solidFill>
                <a:latin typeface="Calibri"/>
                <a:cs typeface="Calibri"/>
              </a:rPr>
              <a:t> </a:t>
            </a:r>
            <a:r>
              <a:rPr dirty="0" sz="3250" spc="415" b="1">
                <a:solidFill>
                  <a:srgbClr val="202025"/>
                </a:solidFill>
                <a:latin typeface="Calibri"/>
                <a:cs typeface="Calibri"/>
              </a:rPr>
              <a:t>cycling</a:t>
            </a:r>
            <a:endParaRPr sz="325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610"/>
              </a:spcBef>
              <a:buSzPct val="96923"/>
              <a:buChar char="•"/>
              <a:tabLst>
                <a:tab pos="209550" algn="l"/>
              </a:tabLst>
            </a:pPr>
            <a:r>
              <a:rPr dirty="0" sz="3250" spc="315" b="1">
                <a:solidFill>
                  <a:srgbClr val="202025"/>
                </a:solidFill>
                <a:latin typeface="Calibri"/>
                <a:cs typeface="Calibri"/>
              </a:rPr>
              <a:t>More </a:t>
            </a:r>
            <a:r>
              <a:rPr dirty="0" sz="3250" spc="285" b="1">
                <a:solidFill>
                  <a:srgbClr val="202025"/>
                </a:solidFill>
                <a:latin typeface="Calibri"/>
                <a:cs typeface="Calibri"/>
              </a:rPr>
              <a:t>fun </a:t>
            </a:r>
            <a:r>
              <a:rPr dirty="0" sz="3250" spc="340" b="1">
                <a:solidFill>
                  <a:srgbClr val="202025"/>
                </a:solidFill>
                <a:latin typeface="Calibri"/>
                <a:cs typeface="Calibri"/>
              </a:rPr>
              <a:t>than</a:t>
            </a:r>
            <a:r>
              <a:rPr dirty="0" sz="3250" spc="-75" b="1">
                <a:solidFill>
                  <a:srgbClr val="202025"/>
                </a:solidFill>
                <a:latin typeface="Calibri"/>
                <a:cs typeface="Calibri"/>
              </a:rPr>
              <a:t> </a:t>
            </a:r>
            <a:r>
              <a:rPr dirty="0" sz="3250" spc="370" b="1">
                <a:solidFill>
                  <a:srgbClr val="202025"/>
                </a:solidFill>
                <a:latin typeface="Calibri"/>
                <a:cs typeface="Calibri"/>
              </a:rPr>
              <a:t>walking</a:t>
            </a:r>
            <a:endParaRPr sz="3250">
              <a:latin typeface="Calibri"/>
              <a:cs typeface="Calibri"/>
            </a:endParaRPr>
          </a:p>
          <a:p>
            <a:pPr marL="208915" indent="-196850">
              <a:lnSpc>
                <a:spcPct val="100000"/>
              </a:lnSpc>
              <a:spcBef>
                <a:spcPts val="610"/>
              </a:spcBef>
              <a:buSzPct val="96923"/>
              <a:buChar char="•"/>
              <a:tabLst>
                <a:tab pos="209550" algn="l"/>
              </a:tabLst>
            </a:pPr>
            <a:r>
              <a:rPr dirty="0" sz="3250" spc="350" b="1">
                <a:solidFill>
                  <a:srgbClr val="202025"/>
                </a:solidFill>
                <a:latin typeface="Calibri"/>
                <a:cs typeface="Calibri"/>
              </a:rPr>
              <a:t>Most </a:t>
            </a:r>
            <a:r>
              <a:rPr dirty="0" sz="3250" spc="330" b="1">
                <a:solidFill>
                  <a:srgbClr val="202025"/>
                </a:solidFill>
                <a:latin typeface="Calibri"/>
                <a:cs typeface="Calibri"/>
              </a:rPr>
              <a:t>exciting</a:t>
            </a:r>
            <a:r>
              <a:rPr dirty="0" sz="3250" spc="5" b="1">
                <a:solidFill>
                  <a:srgbClr val="202025"/>
                </a:solidFill>
                <a:latin typeface="Calibri"/>
                <a:cs typeface="Calibri"/>
              </a:rPr>
              <a:t> </a:t>
            </a:r>
            <a:r>
              <a:rPr dirty="0" sz="3250" spc="340" b="1">
                <a:solidFill>
                  <a:srgbClr val="202025"/>
                </a:solidFill>
                <a:latin typeface="Calibri"/>
                <a:cs typeface="Calibri"/>
              </a:rPr>
              <a:t>hobby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06952" y="0"/>
            <a:ext cx="6787560" cy="27789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792757" y="0"/>
            <a:ext cx="228600" cy="2774950"/>
          </a:xfrm>
          <a:custGeom>
            <a:avLst/>
            <a:gdLst/>
            <a:ahLst/>
            <a:cxnLst/>
            <a:rect l="l" t="t" r="r" b="b"/>
            <a:pathLst>
              <a:path w="228600" h="2774950">
                <a:moveTo>
                  <a:pt x="0" y="0"/>
                </a:moveTo>
                <a:lnTo>
                  <a:pt x="228599" y="0"/>
                </a:lnTo>
                <a:lnTo>
                  <a:pt x="228599" y="2774618"/>
                </a:lnTo>
                <a:lnTo>
                  <a:pt x="0" y="2774618"/>
                </a:lnTo>
                <a:lnTo>
                  <a:pt x="0" y="0"/>
                </a:lnTo>
                <a:close/>
              </a:path>
            </a:pathLst>
          </a:custGeom>
          <a:solidFill>
            <a:srgbClr val="F4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7371259"/>
            <a:ext cx="6350" cy="1905"/>
          </a:xfrm>
          <a:custGeom>
            <a:avLst/>
            <a:gdLst/>
            <a:ahLst/>
            <a:cxnLst/>
            <a:rect l="l" t="t" r="r" b="b"/>
            <a:pathLst>
              <a:path w="6350" h="1904">
                <a:moveTo>
                  <a:pt x="5880" y="0"/>
                </a:moveTo>
                <a:lnTo>
                  <a:pt x="0" y="1361"/>
                </a:lnTo>
              </a:path>
            </a:pathLst>
          </a:custGeom>
          <a:ln w="380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07603" y="7355003"/>
            <a:ext cx="970915" cy="1546225"/>
          </a:xfrm>
          <a:custGeom>
            <a:avLst/>
            <a:gdLst/>
            <a:ahLst/>
            <a:cxnLst/>
            <a:rect l="l" t="t" r="r" b="b"/>
            <a:pathLst>
              <a:path w="970915" h="1546225">
                <a:moveTo>
                  <a:pt x="885461" y="1545759"/>
                </a:moveTo>
                <a:lnTo>
                  <a:pt x="910423" y="1480242"/>
                </a:lnTo>
                <a:lnTo>
                  <a:pt x="924244" y="1436972"/>
                </a:lnTo>
                <a:lnTo>
                  <a:pt x="936348" y="1392963"/>
                </a:lnTo>
                <a:lnTo>
                  <a:pt x="946697" y="1348255"/>
                </a:lnTo>
                <a:lnTo>
                  <a:pt x="955252" y="1302887"/>
                </a:lnTo>
                <a:lnTo>
                  <a:pt x="961975" y="1256897"/>
                </a:lnTo>
                <a:lnTo>
                  <a:pt x="966825" y="1210326"/>
                </a:lnTo>
                <a:lnTo>
                  <a:pt x="969763" y="1163212"/>
                </a:lnTo>
                <a:lnTo>
                  <a:pt x="970752" y="1115594"/>
                </a:lnTo>
                <a:lnTo>
                  <a:pt x="969763" y="1067976"/>
                </a:lnTo>
                <a:lnTo>
                  <a:pt x="966825" y="1020862"/>
                </a:lnTo>
                <a:lnTo>
                  <a:pt x="961975" y="974291"/>
                </a:lnTo>
                <a:lnTo>
                  <a:pt x="955252" y="928302"/>
                </a:lnTo>
                <a:lnTo>
                  <a:pt x="946697" y="882933"/>
                </a:lnTo>
                <a:lnTo>
                  <a:pt x="936348" y="838225"/>
                </a:lnTo>
                <a:lnTo>
                  <a:pt x="924244" y="794217"/>
                </a:lnTo>
                <a:lnTo>
                  <a:pt x="910423" y="750946"/>
                </a:lnTo>
                <a:lnTo>
                  <a:pt x="894927" y="708453"/>
                </a:lnTo>
                <a:lnTo>
                  <a:pt x="877792" y="666777"/>
                </a:lnTo>
                <a:lnTo>
                  <a:pt x="859059" y="625956"/>
                </a:lnTo>
                <a:lnTo>
                  <a:pt x="838767" y="586030"/>
                </a:lnTo>
                <a:lnTo>
                  <a:pt x="816954" y="547038"/>
                </a:lnTo>
                <a:lnTo>
                  <a:pt x="793660" y="509019"/>
                </a:lnTo>
                <a:lnTo>
                  <a:pt x="768924" y="472012"/>
                </a:lnTo>
                <a:lnTo>
                  <a:pt x="742785" y="436056"/>
                </a:lnTo>
                <a:lnTo>
                  <a:pt x="715282" y="401190"/>
                </a:lnTo>
                <a:lnTo>
                  <a:pt x="686454" y="367454"/>
                </a:lnTo>
                <a:lnTo>
                  <a:pt x="656340" y="334886"/>
                </a:lnTo>
                <a:lnTo>
                  <a:pt x="624980" y="303526"/>
                </a:lnTo>
                <a:lnTo>
                  <a:pt x="592412" y="273412"/>
                </a:lnTo>
                <a:lnTo>
                  <a:pt x="558675" y="244584"/>
                </a:lnTo>
                <a:lnTo>
                  <a:pt x="523810" y="217081"/>
                </a:lnTo>
                <a:lnTo>
                  <a:pt x="487854" y="190942"/>
                </a:lnTo>
                <a:lnTo>
                  <a:pt x="450847" y="166206"/>
                </a:lnTo>
                <a:lnTo>
                  <a:pt x="412828" y="142912"/>
                </a:lnTo>
                <a:lnTo>
                  <a:pt x="373835" y="121099"/>
                </a:lnTo>
                <a:lnTo>
                  <a:pt x="333910" y="100807"/>
                </a:lnTo>
                <a:lnTo>
                  <a:pt x="293089" y="82074"/>
                </a:lnTo>
                <a:lnTo>
                  <a:pt x="251412" y="64939"/>
                </a:lnTo>
                <a:lnTo>
                  <a:pt x="208919" y="49442"/>
                </a:lnTo>
                <a:lnTo>
                  <a:pt x="165649" y="35622"/>
                </a:lnTo>
                <a:lnTo>
                  <a:pt x="121640" y="23518"/>
                </a:lnTo>
                <a:lnTo>
                  <a:pt x="76932" y="13169"/>
                </a:lnTo>
                <a:lnTo>
                  <a:pt x="31564" y="4613"/>
                </a:lnTo>
                <a:lnTo>
                  <a:pt x="0" y="0"/>
                </a:lnTo>
              </a:path>
            </a:pathLst>
          </a:custGeom>
          <a:ln w="380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178667" y="4231220"/>
            <a:ext cx="134620" cy="10795"/>
          </a:xfrm>
          <a:custGeom>
            <a:avLst/>
            <a:gdLst/>
            <a:ahLst/>
            <a:cxnLst/>
            <a:rect l="l" t="t" r="r" b="b"/>
            <a:pathLst>
              <a:path w="134619" h="10795">
                <a:moveTo>
                  <a:pt x="0" y="0"/>
                </a:moveTo>
                <a:lnTo>
                  <a:pt x="26957" y="3081"/>
                </a:lnTo>
                <a:lnTo>
                  <a:pt x="74101" y="7267"/>
                </a:lnTo>
                <a:lnTo>
                  <a:pt x="121574" y="10276"/>
                </a:lnTo>
                <a:lnTo>
                  <a:pt x="134446" y="10765"/>
                </a:lnTo>
              </a:path>
            </a:pathLst>
          </a:custGeom>
          <a:ln w="38100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479120" y="4231220"/>
            <a:ext cx="134620" cy="10795"/>
          </a:xfrm>
          <a:custGeom>
            <a:avLst/>
            <a:gdLst/>
            <a:ahLst/>
            <a:cxnLst/>
            <a:rect l="l" t="t" r="r" b="b"/>
            <a:pathLst>
              <a:path w="134619" h="10795">
                <a:moveTo>
                  <a:pt x="0" y="10765"/>
                </a:moveTo>
                <a:lnTo>
                  <a:pt x="12872" y="10276"/>
                </a:lnTo>
                <a:lnTo>
                  <a:pt x="60344" y="7267"/>
                </a:lnTo>
                <a:lnTo>
                  <a:pt x="107488" y="3081"/>
                </a:lnTo>
                <a:lnTo>
                  <a:pt x="134446" y="0"/>
                </a:lnTo>
              </a:path>
            </a:pathLst>
          </a:custGeom>
          <a:ln w="38100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088643" y="4218520"/>
            <a:ext cx="90170" cy="12700"/>
          </a:xfrm>
          <a:custGeom>
            <a:avLst/>
            <a:gdLst/>
            <a:ahLst/>
            <a:cxnLst/>
            <a:rect l="l" t="t" r="r" b="b"/>
            <a:pathLst>
              <a:path w="90169" h="12700">
                <a:moveTo>
                  <a:pt x="0" y="0"/>
                </a:moveTo>
                <a:lnTo>
                  <a:pt x="23740" y="3933"/>
                </a:lnTo>
                <a:lnTo>
                  <a:pt x="70181" y="10431"/>
                </a:lnTo>
                <a:lnTo>
                  <a:pt x="90024" y="12700"/>
                </a:lnTo>
              </a:path>
            </a:pathLst>
          </a:custGeom>
          <a:ln w="38100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613566" y="4218520"/>
            <a:ext cx="90170" cy="12700"/>
          </a:xfrm>
          <a:custGeom>
            <a:avLst/>
            <a:gdLst/>
            <a:ahLst/>
            <a:cxnLst/>
            <a:rect l="l" t="t" r="r" b="b"/>
            <a:pathLst>
              <a:path w="90169" h="12700">
                <a:moveTo>
                  <a:pt x="0" y="12700"/>
                </a:moveTo>
                <a:lnTo>
                  <a:pt x="19842" y="10431"/>
                </a:lnTo>
                <a:lnTo>
                  <a:pt x="66283" y="3933"/>
                </a:lnTo>
                <a:lnTo>
                  <a:pt x="90024" y="0"/>
                </a:lnTo>
              </a:path>
            </a:pathLst>
          </a:custGeom>
          <a:ln w="38100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533066" y="2385149"/>
            <a:ext cx="1555750" cy="1833880"/>
          </a:xfrm>
          <a:custGeom>
            <a:avLst/>
            <a:gdLst/>
            <a:ahLst/>
            <a:cxnLst/>
            <a:rect l="l" t="t" r="r" b="b"/>
            <a:pathLst>
              <a:path w="1555750" h="1833879">
                <a:moveTo>
                  <a:pt x="0" y="0"/>
                </a:moveTo>
                <a:lnTo>
                  <a:pt x="553" y="43753"/>
                </a:lnTo>
                <a:lnTo>
                  <a:pt x="2369" y="91541"/>
                </a:lnTo>
                <a:lnTo>
                  <a:pt x="5377" y="139014"/>
                </a:lnTo>
                <a:lnTo>
                  <a:pt x="9564" y="186157"/>
                </a:lnTo>
                <a:lnTo>
                  <a:pt x="14913" y="232957"/>
                </a:lnTo>
                <a:lnTo>
                  <a:pt x="21412" y="279398"/>
                </a:lnTo>
                <a:lnTo>
                  <a:pt x="29044" y="325466"/>
                </a:lnTo>
                <a:lnTo>
                  <a:pt x="37796" y="371146"/>
                </a:lnTo>
                <a:lnTo>
                  <a:pt x="47653" y="416424"/>
                </a:lnTo>
                <a:lnTo>
                  <a:pt x="58600" y="461285"/>
                </a:lnTo>
                <a:lnTo>
                  <a:pt x="70623" y="505714"/>
                </a:lnTo>
                <a:lnTo>
                  <a:pt x="83706" y="549696"/>
                </a:lnTo>
                <a:lnTo>
                  <a:pt x="97836" y="593218"/>
                </a:lnTo>
                <a:lnTo>
                  <a:pt x="112997" y="636264"/>
                </a:lnTo>
                <a:lnTo>
                  <a:pt x="129176" y="678819"/>
                </a:lnTo>
                <a:lnTo>
                  <a:pt x="146357" y="720870"/>
                </a:lnTo>
                <a:lnTo>
                  <a:pt x="164525" y="762401"/>
                </a:lnTo>
                <a:lnTo>
                  <a:pt x="183667" y="803399"/>
                </a:lnTo>
                <a:lnTo>
                  <a:pt x="203767" y="843847"/>
                </a:lnTo>
                <a:lnTo>
                  <a:pt x="224811" y="883732"/>
                </a:lnTo>
                <a:lnTo>
                  <a:pt x="246785" y="923039"/>
                </a:lnTo>
                <a:lnTo>
                  <a:pt x="269673" y="961753"/>
                </a:lnTo>
                <a:lnTo>
                  <a:pt x="293461" y="999860"/>
                </a:lnTo>
                <a:lnTo>
                  <a:pt x="318134" y="1037345"/>
                </a:lnTo>
                <a:lnTo>
                  <a:pt x="343678" y="1074194"/>
                </a:lnTo>
                <a:lnTo>
                  <a:pt x="370078" y="1110391"/>
                </a:lnTo>
                <a:lnTo>
                  <a:pt x="397319" y="1145922"/>
                </a:lnTo>
                <a:lnTo>
                  <a:pt x="425387" y="1180773"/>
                </a:lnTo>
                <a:lnTo>
                  <a:pt x="454268" y="1214929"/>
                </a:lnTo>
                <a:lnTo>
                  <a:pt x="483946" y="1248375"/>
                </a:lnTo>
                <a:lnTo>
                  <a:pt x="514406" y="1281097"/>
                </a:lnTo>
                <a:lnTo>
                  <a:pt x="545635" y="1313080"/>
                </a:lnTo>
                <a:lnTo>
                  <a:pt x="577618" y="1344309"/>
                </a:lnTo>
                <a:lnTo>
                  <a:pt x="610340" y="1374770"/>
                </a:lnTo>
                <a:lnTo>
                  <a:pt x="643786" y="1404448"/>
                </a:lnTo>
                <a:lnTo>
                  <a:pt x="677942" y="1433328"/>
                </a:lnTo>
                <a:lnTo>
                  <a:pt x="712793" y="1461396"/>
                </a:lnTo>
                <a:lnTo>
                  <a:pt x="748324" y="1488638"/>
                </a:lnTo>
                <a:lnTo>
                  <a:pt x="784521" y="1515038"/>
                </a:lnTo>
                <a:lnTo>
                  <a:pt x="821370" y="1540582"/>
                </a:lnTo>
                <a:lnTo>
                  <a:pt x="858855" y="1565255"/>
                </a:lnTo>
                <a:lnTo>
                  <a:pt x="896962" y="1589043"/>
                </a:lnTo>
                <a:lnTo>
                  <a:pt x="935676" y="1611931"/>
                </a:lnTo>
                <a:lnTo>
                  <a:pt x="974983" y="1633904"/>
                </a:lnTo>
                <a:lnTo>
                  <a:pt x="1014868" y="1654948"/>
                </a:lnTo>
                <a:lnTo>
                  <a:pt x="1055317" y="1675048"/>
                </a:lnTo>
                <a:lnTo>
                  <a:pt x="1096314" y="1694190"/>
                </a:lnTo>
                <a:lnTo>
                  <a:pt x="1137845" y="1712359"/>
                </a:lnTo>
                <a:lnTo>
                  <a:pt x="1179896" y="1729539"/>
                </a:lnTo>
                <a:lnTo>
                  <a:pt x="1222452" y="1745718"/>
                </a:lnTo>
                <a:lnTo>
                  <a:pt x="1265498" y="1760879"/>
                </a:lnTo>
                <a:lnTo>
                  <a:pt x="1309019" y="1775009"/>
                </a:lnTo>
                <a:lnTo>
                  <a:pt x="1353002" y="1788093"/>
                </a:lnTo>
                <a:lnTo>
                  <a:pt x="1397431" y="1800115"/>
                </a:lnTo>
                <a:lnTo>
                  <a:pt x="1442291" y="1811062"/>
                </a:lnTo>
                <a:lnTo>
                  <a:pt x="1487569" y="1820919"/>
                </a:lnTo>
                <a:lnTo>
                  <a:pt x="1533249" y="1829671"/>
                </a:lnTo>
                <a:lnTo>
                  <a:pt x="1555576" y="1833370"/>
                </a:lnTo>
              </a:path>
            </a:pathLst>
          </a:custGeom>
          <a:ln w="38100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703590" y="2463806"/>
            <a:ext cx="1553845" cy="1755139"/>
          </a:xfrm>
          <a:custGeom>
            <a:avLst/>
            <a:gdLst/>
            <a:ahLst/>
            <a:cxnLst/>
            <a:rect l="l" t="t" r="r" b="b"/>
            <a:pathLst>
              <a:path w="1553844" h="1755139">
                <a:moveTo>
                  <a:pt x="0" y="1754713"/>
                </a:moveTo>
                <a:lnTo>
                  <a:pt x="68007" y="1742262"/>
                </a:lnTo>
                <a:lnTo>
                  <a:pt x="113284" y="1732405"/>
                </a:lnTo>
                <a:lnTo>
                  <a:pt x="158145" y="1721458"/>
                </a:lnTo>
                <a:lnTo>
                  <a:pt x="202574" y="1709436"/>
                </a:lnTo>
                <a:lnTo>
                  <a:pt x="246557" y="1696352"/>
                </a:lnTo>
                <a:lnTo>
                  <a:pt x="290078" y="1682223"/>
                </a:lnTo>
                <a:lnTo>
                  <a:pt x="333124" y="1667061"/>
                </a:lnTo>
                <a:lnTo>
                  <a:pt x="375680" y="1650883"/>
                </a:lnTo>
                <a:lnTo>
                  <a:pt x="417731" y="1633702"/>
                </a:lnTo>
                <a:lnTo>
                  <a:pt x="459262" y="1615533"/>
                </a:lnTo>
                <a:lnTo>
                  <a:pt x="500259" y="1596391"/>
                </a:lnTo>
                <a:lnTo>
                  <a:pt x="540708" y="1576291"/>
                </a:lnTo>
                <a:lnTo>
                  <a:pt x="580593" y="1555247"/>
                </a:lnTo>
                <a:lnTo>
                  <a:pt x="619900" y="1533274"/>
                </a:lnTo>
                <a:lnTo>
                  <a:pt x="658614" y="1510386"/>
                </a:lnTo>
                <a:lnTo>
                  <a:pt x="696721" y="1486598"/>
                </a:lnTo>
                <a:lnTo>
                  <a:pt x="734206" y="1461925"/>
                </a:lnTo>
                <a:lnTo>
                  <a:pt x="771054" y="1436381"/>
                </a:lnTo>
                <a:lnTo>
                  <a:pt x="807252" y="1409981"/>
                </a:lnTo>
                <a:lnTo>
                  <a:pt x="842783" y="1382739"/>
                </a:lnTo>
                <a:lnTo>
                  <a:pt x="877634" y="1354671"/>
                </a:lnTo>
                <a:lnTo>
                  <a:pt x="911790" y="1325791"/>
                </a:lnTo>
                <a:lnTo>
                  <a:pt x="945236" y="1296113"/>
                </a:lnTo>
                <a:lnTo>
                  <a:pt x="977958" y="1265652"/>
                </a:lnTo>
                <a:lnTo>
                  <a:pt x="1009940" y="1234423"/>
                </a:lnTo>
                <a:lnTo>
                  <a:pt x="1041169" y="1202440"/>
                </a:lnTo>
                <a:lnTo>
                  <a:pt x="1071630" y="1169719"/>
                </a:lnTo>
                <a:lnTo>
                  <a:pt x="1101308" y="1136272"/>
                </a:lnTo>
                <a:lnTo>
                  <a:pt x="1130188" y="1102117"/>
                </a:lnTo>
                <a:lnTo>
                  <a:pt x="1158257" y="1067266"/>
                </a:lnTo>
                <a:lnTo>
                  <a:pt x="1185498" y="1031734"/>
                </a:lnTo>
                <a:lnTo>
                  <a:pt x="1211898" y="995537"/>
                </a:lnTo>
                <a:lnTo>
                  <a:pt x="1237442" y="958689"/>
                </a:lnTo>
                <a:lnTo>
                  <a:pt x="1262115" y="921204"/>
                </a:lnTo>
                <a:lnTo>
                  <a:pt x="1285903" y="883097"/>
                </a:lnTo>
                <a:lnTo>
                  <a:pt x="1308791" y="844382"/>
                </a:lnTo>
                <a:lnTo>
                  <a:pt x="1330764" y="805075"/>
                </a:lnTo>
                <a:lnTo>
                  <a:pt x="1351809" y="765190"/>
                </a:lnTo>
                <a:lnTo>
                  <a:pt x="1371909" y="724742"/>
                </a:lnTo>
                <a:lnTo>
                  <a:pt x="1391050" y="683745"/>
                </a:lnTo>
                <a:lnTo>
                  <a:pt x="1409219" y="642213"/>
                </a:lnTo>
                <a:lnTo>
                  <a:pt x="1426400" y="600163"/>
                </a:lnTo>
                <a:lnTo>
                  <a:pt x="1442578" y="557607"/>
                </a:lnTo>
                <a:lnTo>
                  <a:pt x="1457740" y="514561"/>
                </a:lnTo>
                <a:lnTo>
                  <a:pt x="1471870" y="471039"/>
                </a:lnTo>
                <a:lnTo>
                  <a:pt x="1484953" y="427057"/>
                </a:lnTo>
                <a:lnTo>
                  <a:pt x="1496976" y="382628"/>
                </a:lnTo>
                <a:lnTo>
                  <a:pt x="1507923" y="337767"/>
                </a:lnTo>
                <a:lnTo>
                  <a:pt x="1517779" y="292490"/>
                </a:lnTo>
                <a:lnTo>
                  <a:pt x="1526531" y="246809"/>
                </a:lnTo>
                <a:lnTo>
                  <a:pt x="1534164" y="200741"/>
                </a:lnTo>
                <a:lnTo>
                  <a:pt x="1540662" y="154300"/>
                </a:lnTo>
                <a:lnTo>
                  <a:pt x="1546012" y="107501"/>
                </a:lnTo>
                <a:lnTo>
                  <a:pt x="1550199" y="60357"/>
                </a:lnTo>
                <a:lnTo>
                  <a:pt x="1553207" y="12884"/>
                </a:lnTo>
                <a:lnTo>
                  <a:pt x="1553696" y="0"/>
                </a:lnTo>
              </a:path>
            </a:pathLst>
          </a:custGeom>
          <a:ln w="380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125422" y="8536687"/>
            <a:ext cx="1583065" cy="4673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6653654" y="4502730"/>
            <a:ext cx="467382" cy="15830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399027" y="6335391"/>
            <a:ext cx="358140" cy="358140"/>
          </a:xfrm>
          <a:custGeom>
            <a:avLst/>
            <a:gdLst/>
            <a:ahLst/>
            <a:cxnLst/>
            <a:rect l="l" t="t" r="r" b="b"/>
            <a:pathLst>
              <a:path w="358140" h="358140">
                <a:moveTo>
                  <a:pt x="179040" y="358080"/>
                </a:moveTo>
                <a:lnTo>
                  <a:pt x="135526" y="352713"/>
                </a:lnTo>
                <a:lnTo>
                  <a:pt x="94640" y="336941"/>
                </a:lnTo>
                <a:lnTo>
                  <a:pt x="58811" y="311708"/>
                </a:lnTo>
                <a:lnTo>
                  <a:pt x="30173" y="278509"/>
                </a:lnTo>
                <a:lnTo>
                  <a:pt x="10461" y="239347"/>
                </a:lnTo>
                <a:lnTo>
                  <a:pt x="860" y="196589"/>
                </a:lnTo>
                <a:lnTo>
                  <a:pt x="0" y="179040"/>
                </a:lnTo>
                <a:lnTo>
                  <a:pt x="215" y="170244"/>
                </a:lnTo>
                <a:lnTo>
                  <a:pt x="7707" y="127066"/>
                </a:lnTo>
                <a:lnTo>
                  <a:pt x="25465" y="87003"/>
                </a:lnTo>
                <a:lnTo>
                  <a:pt x="52439" y="52439"/>
                </a:lnTo>
                <a:lnTo>
                  <a:pt x="87003" y="25465"/>
                </a:lnTo>
                <a:lnTo>
                  <a:pt x="127066" y="7707"/>
                </a:lnTo>
                <a:lnTo>
                  <a:pt x="170244" y="215"/>
                </a:lnTo>
                <a:lnTo>
                  <a:pt x="179040" y="0"/>
                </a:lnTo>
                <a:lnTo>
                  <a:pt x="187836" y="215"/>
                </a:lnTo>
                <a:lnTo>
                  <a:pt x="231013" y="7707"/>
                </a:lnTo>
                <a:lnTo>
                  <a:pt x="271076" y="25465"/>
                </a:lnTo>
                <a:lnTo>
                  <a:pt x="305640" y="52439"/>
                </a:lnTo>
                <a:lnTo>
                  <a:pt x="332614" y="87003"/>
                </a:lnTo>
                <a:lnTo>
                  <a:pt x="350373" y="127066"/>
                </a:lnTo>
                <a:lnTo>
                  <a:pt x="357865" y="170244"/>
                </a:lnTo>
                <a:lnTo>
                  <a:pt x="358080" y="179040"/>
                </a:lnTo>
                <a:lnTo>
                  <a:pt x="357865" y="187836"/>
                </a:lnTo>
                <a:lnTo>
                  <a:pt x="350373" y="231013"/>
                </a:lnTo>
                <a:lnTo>
                  <a:pt x="332614" y="271076"/>
                </a:lnTo>
                <a:lnTo>
                  <a:pt x="305640" y="305640"/>
                </a:lnTo>
                <a:lnTo>
                  <a:pt x="271076" y="332614"/>
                </a:lnTo>
                <a:lnTo>
                  <a:pt x="231013" y="350373"/>
                </a:lnTo>
                <a:lnTo>
                  <a:pt x="187836" y="357865"/>
                </a:lnTo>
                <a:lnTo>
                  <a:pt x="179040" y="358080"/>
                </a:lnTo>
                <a:close/>
              </a:path>
            </a:pathLst>
          </a:custGeom>
          <a:solidFill>
            <a:srgbClr val="8C90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472411" y="6438716"/>
            <a:ext cx="211142" cy="1514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399027" y="6940885"/>
            <a:ext cx="358140" cy="358140"/>
          </a:xfrm>
          <a:custGeom>
            <a:avLst/>
            <a:gdLst/>
            <a:ahLst/>
            <a:cxnLst/>
            <a:rect l="l" t="t" r="r" b="b"/>
            <a:pathLst>
              <a:path w="358140" h="358140">
                <a:moveTo>
                  <a:pt x="179040" y="358080"/>
                </a:moveTo>
                <a:lnTo>
                  <a:pt x="135526" y="352713"/>
                </a:lnTo>
                <a:lnTo>
                  <a:pt x="94640" y="336941"/>
                </a:lnTo>
                <a:lnTo>
                  <a:pt x="58811" y="311708"/>
                </a:lnTo>
                <a:lnTo>
                  <a:pt x="30173" y="278509"/>
                </a:lnTo>
                <a:lnTo>
                  <a:pt x="10461" y="239347"/>
                </a:lnTo>
                <a:lnTo>
                  <a:pt x="860" y="196589"/>
                </a:lnTo>
                <a:lnTo>
                  <a:pt x="0" y="179040"/>
                </a:lnTo>
                <a:lnTo>
                  <a:pt x="215" y="170244"/>
                </a:lnTo>
                <a:lnTo>
                  <a:pt x="7707" y="127066"/>
                </a:lnTo>
                <a:lnTo>
                  <a:pt x="25465" y="87003"/>
                </a:lnTo>
                <a:lnTo>
                  <a:pt x="52439" y="52439"/>
                </a:lnTo>
                <a:lnTo>
                  <a:pt x="87003" y="25465"/>
                </a:lnTo>
                <a:lnTo>
                  <a:pt x="127066" y="7707"/>
                </a:lnTo>
                <a:lnTo>
                  <a:pt x="170244" y="215"/>
                </a:lnTo>
                <a:lnTo>
                  <a:pt x="179040" y="0"/>
                </a:lnTo>
                <a:lnTo>
                  <a:pt x="187836" y="215"/>
                </a:lnTo>
                <a:lnTo>
                  <a:pt x="231013" y="7707"/>
                </a:lnTo>
                <a:lnTo>
                  <a:pt x="271076" y="25465"/>
                </a:lnTo>
                <a:lnTo>
                  <a:pt x="305640" y="52439"/>
                </a:lnTo>
                <a:lnTo>
                  <a:pt x="332614" y="87003"/>
                </a:lnTo>
                <a:lnTo>
                  <a:pt x="350373" y="127066"/>
                </a:lnTo>
                <a:lnTo>
                  <a:pt x="357865" y="170244"/>
                </a:lnTo>
                <a:lnTo>
                  <a:pt x="358080" y="179040"/>
                </a:lnTo>
                <a:lnTo>
                  <a:pt x="357865" y="187836"/>
                </a:lnTo>
                <a:lnTo>
                  <a:pt x="350373" y="231013"/>
                </a:lnTo>
                <a:lnTo>
                  <a:pt x="332614" y="271076"/>
                </a:lnTo>
                <a:lnTo>
                  <a:pt x="305640" y="305640"/>
                </a:lnTo>
                <a:lnTo>
                  <a:pt x="271076" y="332614"/>
                </a:lnTo>
                <a:lnTo>
                  <a:pt x="231013" y="350373"/>
                </a:lnTo>
                <a:lnTo>
                  <a:pt x="187836" y="357865"/>
                </a:lnTo>
                <a:lnTo>
                  <a:pt x="179040" y="358080"/>
                </a:lnTo>
                <a:close/>
              </a:path>
            </a:pathLst>
          </a:custGeom>
          <a:solidFill>
            <a:srgbClr val="8C90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472411" y="7044210"/>
            <a:ext cx="211142" cy="1514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399027" y="7492884"/>
            <a:ext cx="358140" cy="358140"/>
          </a:xfrm>
          <a:custGeom>
            <a:avLst/>
            <a:gdLst/>
            <a:ahLst/>
            <a:cxnLst/>
            <a:rect l="l" t="t" r="r" b="b"/>
            <a:pathLst>
              <a:path w="358140" h="358140">
                <a:moveTo>
                  <a:pt x="179040" y="358080"/>
                </a:moveTo>
                <a:lnTo>
                  <a:pt x="135526" y="352713"/>
                </a:lnTo>
                <a:lnTo>
                  <a:pt x="94640" y="336941"/>
                </a:lnTo>
                <a:lnTo>
                  <a:pt x="58811" y="311708"/>
                </a:lnTo>
                <a:lnTo>
                  <a:pt x="30173" y="278509"/>
                </a:lnTo>
                <a:lnTo>
                  <a:pt x="10461" y="239347"/>
                </a:lnTo>
                <a:lnTo>
                  <a:pt x="860" y="196589"/>
                </a:lnTo>
                <a:lnTo>
                  <a:pt x="0" y="179040"/>
                </a:lnTo>
                <a:lnTo>
                  <a:pt x="215" y="170244"/>
                </a:lnTo>
                <a:lnTo>
                  <a:pt x="7707" y="127066"/>
                </a:lnTo>
                <a:lnTo>
                  <a:pt x="25465" y="87003"/>
                </a:lnTo>
                <a:lnTo>
                  <a:pt x="52439" y="52439"/>
                </a:lnTo>
                <a:lnTo>
                  <a:pt x="87003" y="25465"/>
                </a:lnTo>
                <a:lnTo>
                  <a:pt x="127066" y="7707"/>
                </a:lnTo>
                <a:lnTo>
                  <a:pt x="170244" y="215"/>
                </a:lnTo>
                <a:lnTo>
                  <a:pt x="179040" y="0"/>
                </a:lnTo>
                <a:lnTo>
                  <a:pt x="187836" y="215"/>
                </a:lnTo>
                <a:lnTo>
                  <a:pt x="231013" y="7707"/>
                </a:lnTo>
                <a:lnTo>
                  <a:pt x="271076" y="25465"/>
                </a:lnTo>
                <a:lnTo>
                  <a:pt x="305640" y="52439"/>
                </a:lnTo>
                <a:lnTo>
                  <a:pt x="332614" y="87003"/>
                </a:lnTo>
                <a:lnTo>
                  <a:pt x="350373" y="127066"/>
                </a:lnTo>
                <a:lnTo>
                  <a:pt x="357865" y="170244"/>
                </a:lnTo>
                <a:lnTo>
                  <a:pt x="358080" y="179040"/>
                </a:lnTo>
                <a:lnTo>
                  <a:pt x="357865" y="187836"/>
                </a:lnTo>
                <a:lnTo>
                  <a:pt x="350373" y="231013"/>
                </a:lnTo>
                <a:lnTo>
                  <a:pt x="332614" y="271076"/>
                </a:lnTo>
                <a:lnTo>
                  <a:pt x="305640" y="305640"/>
                </a:lnTo>
                <a:lnTo>
                  <a:pt x="271076" y="332614"/>
                </a:lnTo>
                <a:lnTo>
                  <a:pt x="231013" y="350373"/>
                </a:lnTo>
                <a:lnTo>
                  <a:pt x="187836" y="357865"/>
                </a:lnTo>
                <a:lnTo>
                  <a:pt x="179040" y="358080"/>
                </a:lnTo>
                <a:close/>
              </a:path>
            </a:pathLst>
          </a:custGeom>
          <a:solidFill>
            <a:srgbClr val="8C90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472411" y="7596209"/>
            <a:ext cx="211142" cy="1514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960971"/>
            <a:ext cx="18288000" cy="326390"/>
          </a:xfrm>
          <a:custGeom>
            <a:avLst/>
            <a:gdLst/>
            <a:ahLst/>
            <a:cxnLst/>
            <a:rect l="l" t="t" r="r" b="b"/>
            <a:pathLst>
              <a:path w="18288000" h="326390">
                <a:moveTo>
                  <a:pt x="18287999" y="326028"/>
                </a:moveTo>
                <a:lnTo>
                  <a:pt x="0" y="32602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326028"/>
                </a:lnTo>
                <a:close/>
              </a:path>
            </a:pathLst>
          </a:custGeom>
          <a:solidFill>
            <a:srgbClr val="2020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3013" y="2287069"/>
            <a:ext cx="4780915" cy="1061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375"/>
              <a:t>Conclusion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7985827"/>
            <a:ext cx="4274336" cy="17476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01723" y="8971337"/>
            <a:ext cx="636905" cy="1315720"/>
          </a:xfrm>
          <a:custGeom>
            <a:avLst/>
            <a:gdLst/>
            <a:ahLst/>
            <a:cxnLst/>
            <a:rect l="l" t="t" r="r" b="b"/>
            <a:pathLst>
              <a:path w="636904" h="1315720">
                <a:moveTo>
                  <a:pt x="595973" y="1315662"/>
                </a:moveTo>
                <a:lnTo>
                  <a:pt x="612787" y="1247448"/>
                </a:lnTo>
                <a:lnTo>
                  <a:pt x="621342" y="1202080"/>
                </a:lnTo>
                <a:lnTo>
                  <a:pt x="628065" y="1156090"/>
                </a:lnTo>
                <a:lnTo>
                  <a:pt x="632915" y="1109519"/>
                </a:lnTo>
                <a:lnTo>
                  <a:pt x="635853" y="1062405"/>
                </a:lnTo>
                <a:lnTo>
                  <a:pt x="636841" y="1014787"/>
                </a:lnTo>
                <a:lnTo>
                  <a:pt x="635853" y="967169"/>
                </a:lnTo>
                <a:lnTo>
                  <a:pt x="632915" y="920055"/>
                </a:lnTo>
                <a:lnTo>
                  <a:pt x="628065" y="873484"/>
                </a:lnTo>
                <a:lnTo>
                  <a:pt x="621342" y="827495"/>
                </a:lnTo>
                <a:lnTo>
                  <a:pt x="612787" y="782126"/>
                </a:lnTo>
                <a:lnTo>
                  <a:pt x="602438" y="737418"/>
                </a:lnTo>
                <a:lnTo>
                  <a:pt x="590333" y="693410"/>
                </a:lnTo>
                <a:lnTo>
                  <a:pt x="576513" y="650139"/>
                </a:lnTo>
                <a:lnTo>
                  <a:pt x="561017" y="607646"/>
                </a:lnTo>
                <a:lnTo>
                  <a:pt x="543882" y="565970"/>
                </a:lnTo>
                <a:lnTo>
                  <a:pt x="525149" y="525149"/>
                </a:lnTo>
                <a:lnTo>
                  <a:pt x="504857" y="485223"/>
                </a:lnTo>
                <a:lnTo>
                  <a:pt x="483044" y="446231"/>
                </a:lnTo>
                <a:lnTo>
                  <a:pt x="459750" y="408212"/>
                </a:lnTo>
                <a:lnTo>
                  <a:pt x="435014" y="371205"/>
                </a:lnTo>
                <a:lnTo>
                  <a:pt x="408875" y="335249"/>
                </a:lnTo>
                <a:lnTo>
                  <a:pt x="381371" y="300383"/>
                </a:lnTo>
                <a:lnTo>
                  <a:pt x="352544" y="266647"/>
                </a:lnTo>
                <a:lnTo>
                  <a:pt x="322430" y="234079"/>
                </a:lnTo>
                <a:lnTo>
                  <a:pt x="291070" y="202719"/>
                </a:lnTo>
                <a:lnTo>
                  <a:pt x="258502" y="172605"/>
                </a:lnTo>
                <a:lnTo>
                  <a:pt x="224765" y="143777"/>
                </a:lnTo>
                <a:lnTo>
                  <a:pt x="189900" y="116274"/>
                </a:lnTo>
                <a:lnTo>
                  <a:pt x="153944" y="90135"/>
                </a:lnTo>
                <a:lnTo>
                  <a:pt x="116937" y="65399"/>
                </a:lnTo>
                <a:lnTo>
                  <a:pt x="78917" y="42105"/>
                </a:lnTo>
                <a:lnTo>
                  <a:pt x="39925" y="20292"/>
                </a:lnTo>
                <a:lnTo>
                  <a:pt x="0" y="0"/>
                </a:lnTo>
              </a:path>
            </a:pathLst>
          </a:custGeom>
          <a:ln w="380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75671" y="2325730"/>
            <a:ext cx="134620" cy="10795"/>
          </a:xfrm>
          <a:custGeom>
            <a:avLst/>
            <a:gdLst/>
            <a:ahLst/>
            <a:cxnLst/>
            <a:rect l="l" t="t" r="r" b="b"/>
            <a:pathLst>
              <a:path w="134620" h="10794">
                <a:moveTo>
                  <a:pt x="0" y="0"/>
                </a:moveTo>
                <a:lnTo>
                  <a:pt x="26955" y="3081"/>
                </a:lnTo>
                <a:lnTo>
                  <a:pt x="74098" y="7267"/>
                </a:lnTo>
                <a:lnTo>
                  <a:pt x="121571" y="10276"/>
                </a:lnTo>
                <a:lnTo>
                  <a:pt x="134446" y="10765"/>
                </a:lnTo>
              </a:path>
            </a:pathLst>
          </a:custGeom>
          <a:ln w="38100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976119" y="2325730"/>
            <a:ext cx="134620" cy="10795"/>
          </a:xfrm>
          <a:custGeom>
            <a:avLst/>
            <a:gdLst/>
            <a:ahLst/>
            <a:cxnLst/>
            <a:rect l="l" t="t" r="r" b="b"/>
            <a:pathLst>
              <a:path w="134620" h="10794">
                <a:moveTo>
                  <a:pt x="0" y="10765"/>
                </a:moveTo>
                <a:lnTo>
                  <a:pt x="12874" y="10276"/>
                </a:lnTo>
                <a:lnTo>
                  <a:pt x="60347" y="7267"/>
                </a:lnTo>
                <a:lnTo>
                  <a:pt x="107491" y="3081"/>
                </a:lnTo>
                <a:lnTo>
                  <a:pt x="134446" y="0"/>
                </a:lnTo>
              </a:path>
            </a:pathLst>
          </a:custGeom>
          <a:ln w="38100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85647" y="2313030"/>
            <a:ext cx="90170" cy="12700"/>
          </a:xfrm>
          <a:custGeom>
            <a:avLst/>
            <a:gdLst/>
            <a:ahLst/>
            <a:cxnLst/>
            <a:rect l="l" t="t" r="r" b="b"/>
            <a:pathLst>
              <a:path w="90170" h="12700">
                <a:moveTo>
                  <a:pt x="0" y="0"/>
                </a:moveTo>
                <a:lnTo>
                  <a:pt x="23739" y="3933"/>
                </a:lnTo>
                <a:lnTo>
                  <a:pt x="70180" y="10431"/>
                </a:lnTo>
                <a:lnTo>
                  <a:pt x="90024" y="12700"/>
                </a:lnTo>
              </a:path>
            </a:pathLst>
          </a:custGeom>
          <a:ln w="38100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110565" y="2313030"/>
            <a:ext cx="90170" cy="12700"/>
          </a:xfrm>
          <a:custGeom>
            <a:avLst/>
            <a:gdLst/>
            <a:ahLst/>
            <a:cxnLst/>
            <a:rect l="l" t="t" r="r" b="b"/>
            <a:pathLst>
              <a:path w="90170" h="12700">
                <a:moveTo>
                  <a:pt x="0" y="12700"/>
                </a:moveTo>
                <a:lnTo>
                  <a:pt x="19844" y="10431"/>
                </a:lnTo>
                <a:lnTo>
                  <a:pt x="66285" y="3933"/>
                </a:lnTo>
                <a:lnTo>
                  <a:pt x="90024" y="0"/>
                </a:lnTo>
              </a:path>
            </a:pathLst>
          </a:custGeom>
          <a:ln w="38099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030068" y="479670"/>
            <a:ext cx="1555750" cy="1833880"/>
          </a:xfrm>
          <a:custGeom>
            <a:avLst/>
            <a:gdLst/>
            <a:ahLst/>
            <a:cxnLst/>
            <a:rect l="l" t="t" r="r" b="b"/>
            <a:pathLst>
              <a:path w="1555750" h="1833880">
                <a:moveTo>
                  <a:pt x="0" y="0"/>
                </a:moveTo>
                <a:lnTo>
                  <a:pt x="553" y="43743"/>
                </a:lnTo>
                <a:lnTo>
                  <a:pt x="2369" y="91530"/>
                </a:lnTo>
                <a:lnTo>
                  <a:pt x="5377" y="139003"/>
                </a:lnTo>
                <a:lnTo>
                  <a:pt x="9564" y="186147"/>
                </a:lnTo>
                <a:lnTo>
                  <a:pt x="14913" y="232946"/>
                </a:lnTo>
                <a:lnTo>
                  <a:pt x="21412" y="279388"/>
                </a:lnTo>
                <a:lnTo>
                  <a:pt x="29044" y="325455"/>
                </a:lnTo>
                <a:lnTo>
                  <a:pt x="37796" y="371136"/>
                </a:lnTo>
                <a:lnTo>
                  <a:pt x="47653" y="416413"/>
                </a:lnTo>
                <a:lnTo>
                  <a:pt x="58600" y="461274"/>
                </a:lnTo>
                <a:lnTo>
                  <a:pt x="70623" y="505703"/>
                </a:lnTo>
                <a:lnTo>
                  <a:pt x="83706" y="549685"/>
                </a:lnTo>
                <a:lnTo>
                  <a:pt x="97836" y="593207"/>
                </a:lnTo>
                <a:lnTo>
                  <a:pt x="112997" y="636253"/>
                </a:lnTo>
                <a:lnTo>
                  <a:pt x="129176" y="678809"/>
                </a:lnTo>
                <a:lnTo>
                  <a:pt x="146357" y="720860"/>
                </a:lnTo>
                <a:lnTo>
                  <a:pt x="164525" y="762391"/>
                </a:lnTo>
                <a:lnTo>
                  <a:pt x="183667" y="803388"/>
                </a:lnTo>
                <a:lnTo>
                  <a:pt x="203767" y="843836"/>
                </a:lnTo>
                <a:lnTo>
                  <a:pt x="224811" y="883721"/>
                </a:lnTo>
                <a:lnTo>
                  <a:pt x="246785" y="923028"/>
                </a:lnTo>
                <a:lnTo>
                  <a:pt x="269672" y="961743"/>
                </a:lnTo>
                <a:lnTo>
                  <a:pt x="293460" y="999850"/>
                </a:lnTo>
                <a:lnTo>
                  <a:pt x="318134" y="1037335"/>
                </a:lnTo>
                <a:lnTo>
                  <a:pt x="343678" y="1074183"/>
                </a:lnTo>
                <a:lnTo>
                  <a:pt x="370077" y="1110380"/>
                </a:lnTo>
                <a:lnTo>
                  <a:pt x="397319" y="1145912"/>
                </a:lnTo>
                <a:lnTo>
                  <a:pt x="425387" y="1180763"/>
                </a:lnTo>
                <a:lnTo>
                  <a:pt x="454268" y="1214919"/>
                </a:lnTo>
                <a:lnTo>
                  <a:pt x="483945" y="1248365"/>
                </a:lnTo>
                <a:lnTo>
                  <a:pt x="514406" y="1281086"/>
                </a:lnTo>
                <a:lnTo>
                  <a:pt x="545635" y="1313069"/>
                </a:lnTo>
                <a:lnTo>
                  <a:pt x="577618" y="1344298"/>
                </a:lnTo>
                <a:lnTo>
                  <a:pt x="610340" y="1374759"/>
                </a:lnTo>
                <a:lnTo>
                  <a:pt x="643786" y="1404437"/>
                </a:lnTo>
                <a:lnTo>
                  <a:pt x="677942" y="1433317"/>
                </a:lnTo>
                <a:lnTo>
                  <a:pt x="712793" y="1461386"/>
                </a:lnTo>
                <a:lnTo>
                  <a:pt x="748324" y="1488627"/>
                </a:lnTo>
                <a:lnTo>
                  <a:pt x="784521" y="1515027"/>
                </a:lnTo>
                <a:lnTo>
                  <a:pt x="821370" y="1540571"/>
                </a:lnTo>
                <a:lnTo>
                  <a:pt x="858855" y="1565244"/>
                </a:lnTo>
                <a:lnTo>
                  <a:pt x="896962" y="1589032"/>
                </a:lnTo>
                <a:lnTo>
                  <a:pt x="935676" y="1611920"/>
                </a:lnTo>
                <a:lnTo>
                  <a:pt x="974983" y="1633893"/>
                </a:lnTo>
                <a:lnTo>
                  <a:pt x="1014868" y="1654937"/>
                </a:lnTo>
                <a:lnTo>
                  <a:pt x="1055316" y="1675038"/>
                </a:lnTo>
                <a:lnTo>
                  <a:pt x="1096314" y="1694179"/>
                </a:lnTo>
                <a:lnTo>
                  <a:pt x="1137845" y="1712348"/>
                </a:lnTo>
                <a:lnTo>
                  <a:pt x="1179896" y="1729529"/>
                </a:lnTo>
                <a:lnTo>
                  <a:pt x="1222451" y="1745707"/>
                </a:lnTo>
                <a:lnTo>
                  <a:pt x="1265497" y="1760869"/>
                </a:lnTo>
                <a:lnTo>
                  <a:pt x="1309019" y="1774998"/>
                </a:lnTo>
                <a:lnTo>
                  <a:pt x="1353002" y="1788082"/>
                </a:lnTo>
                <a:lnTo>
                  <a:pt x="1397430" y="1800105"/>
                </a:lnTo>
                <a:lnTo>
                  <a:pt x="1442291" y="1811052"/>
                </a:lnTo>
                <a:lnTo>
                  <a:pt x="1487569" y="1820908"/>
                </a:lnTo>
                <a:lnTo>
                  <a:pt x="1533249" y="1829660"/>
                </a:lnTo>
                <a:lnTo>
                  <a:pt x="1555578" y="1833360"/>
                </a:lnTo>
              </a:path>
            </a:pathLst>
          </a:custGeom>
          <a:ln w="38100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200590" y="558309"/>
            <a:ext cx="1553845" cy="1755139"/>
          </a:xfrm>
          <a:custGeom>
            <a:avLst/>
            <a:gdLst/>
            <a:ahLst/>
            <a:cxnLst/>
            <a:rect l="l" t="t" r="r" b="b"/>
            <a:pathLst>
              <a:path w="1553845" h="1755139">
                <a:moveTo>
                  <a:pt x="0" y="1754720"/>
                </a:moveTo>
                <a:lnTo>
                  <a:pt x="68008" y="1742269"/>
                </a:lnTo>
                <a:lnTo>
                  <a:pt x="113286" y="1732412"/>
                </a:lnTo>
                <a:lnTo>
                  <a:pt x="158147" y="1721465"/>
                </a:lnTo>
                <a:lnTo>
                  <a:pt x="202575" y="1709443"/>
                </a:lnTo>
                <a:lnTo>
                  <a:pt x="246558" y="1696359"/>
                </a:lnTo>
                <a:lnTo>
                  <a:pt x="290080" y="1682229"/>
                </a:lnTo>
                <a:lnTo>
                  <a:pt x="333126" y="1667068"/>
                </a:lnTo>
                <a:lnTo>
                  <a:pt x="375681" y="1650890"/>
                </a:lnTo>
                <a:lnTo>
                  <a:pt x="417732" y="1633709"/>
                </a:lnTo>
                <a:lnTo>
                  <a:pt x="459263" y="1615540"/>
                </a:lnTo>
                <a:lnTo>
                  <a:pt x="500261" y="1596398"/>
                </a:lnTo>
                <a:lnTo>
                  <a:pt x="540709" y="1576298"/>
                </a:lnTo>
                <a:lnTo>
                  <a:pt x="580594" y="1555254"/>
                </a:lnTo>
                <a:lnTo>
                  <a:pt x="619901" y="1533281"/>
                </a:lnTo>
                <a:lnTo>
                  <a:pt x="658615" y="1510393"/>
                </a:lnTo>
                <a:lnTo>
                  <a:pt x="696722" y="1486605"/>
                </a:lnTo>
                <a:lnTo>
                  <a:pt x="734207" y="1461932"/>
                </a:lnTo>
                <a:lnTo>
                  <a:pt x="771056" y="1436388"/>
                </a:lnTo>
                <a:lnTo>
                  <a:pt x="807253" y="1409988"/>
                </a:lnTo>
                <a:lnTo>
                  <a:pt x="842784" y="1382746"/>
                </a:lnTo>
                <a:lnTo>
                  <a:pt x="877635" y="1354678"/>
                </a:lnTo>
                <a:lnTo>
                  <a:pt x="911791" y="1325798"/>
                </a:lnTo>
                <a:lnTo>
                  <a:pt x="945237" y="1296120"/>
                </a:lnTo>
                <a:lnTo>
                  <a:pt x="977959" y="1265659"/>
                </a:lnTo>
                <a:lnTo>
                  <a:pt x="1009942" y="1234430"/>
                </a:lnTo>
                <a:lnTo>
                  <a:pt x="1041171" y="1202447"/>
                </a:lnTo>
                <a:lnTo>
                  <a:pt x="1071632" y="1169725"/>
                </a:lnTo>
                <a:lnTo>
                  <a:pt x="1101310" y="1136279"/>
                </a:lnTo>
                <a:lnTo>
                  <a:pt x="1130190" y="1102123"/>
                </a:lnTo>
                <a:lnTo>
                  <a:pt x="1158258" y="1067272"/>
                </a:lnTo>
                <a:lnTo>
                  <a:pt x="1185500" y="1031741"/>
                </a:lnTo>
                <a:lnTo>
                  <a:pt x="1211900" y="995544"/>
                </a:lnTo>
                <a:lnTo>
                  <a:pt x="1237444" y="958695"/>
                </a:lnTo>
                <a:lnTo>
                  <a:pt x="1262117" y="921210"/>
                </a:lnTo>
                <a:lnTo>
                  <a:pt x="1285905" y="883103"/>
                </a:lnTo>
                <a:lnTo>
                  <a:pt x="1308793" y="844389"/>
                </a:lnTo>
                <a:lnTo>
                  <a:pt x="1330766" y="805082"/>
                </a:lnTo>
                <a:lnTo>
                  <a:pt x="1351810" y="765197"/>
                </a:lnTo>
                <a:lnTo>
                  <a:pt x="1371910" y="724749"/>
                </a:lnTo>
                <a:lnTo>
                  <a:pt x="1391052" y="683752"/>
                </a:lnTo>
                <a:lnTo>
                  <a:pt x="1409221" y="642220"/>
                </a:lnTo>
                <a:lnTo>
                  <a:pt x="1426401" y="600169"/>
                </a:lnTo>
                <a:lnTo>
                  <a:pt x="1442580" y="557614"/>
                </a:lnTo>
                <a:lnTo>
                  <a:pt x="1457741" y="514568"/>
                </a:lnTo>
                <a:lnTo>
                  <a:pt x="1471871" y="471046"/>
                </a:lnTo>
                <a:lnTo>
                  <a:pt x="1484955" y="427064"/>
                </a:lnTo>
                <a:lnTo>
                  <a:pt x="1496977" y="382635"/>
                </a:lnTo>
                <a:lnTo>
                  <a:pt x="1507924" y="337774"/>
                </a:lnTo>
                <a:lnTo>
                  <a:pt x="1517781" y="292496"/>
                </a:lnTo>
                <a:lnTo>
                  <a:pt x="1526533" y="246816"/>
                </a:lnTo>
                <a:lnTo>
                  <a:pt x="1534165" y="200748"/>
                </a:lnTo>
                <a:lnTo>
                  <a:pt x="1540664" y="154307"/>
                </a:lnTo>
                <a:lnTo>
                  <a:pt x="1546014" y="107507"/>
                </a:lnTo>
                <a:lnTo>
                  <a:pt x="1550200" y="60364"/>
                </a:lnTo>
                <a:lnTo>
                  <a:pt x="1553208" y="12891"/>
                </a:lnTo>
                <a:lnTo>
                  <a:pt x="1553698" y="0"/>
                </a:lnTo>
              </a:path>
            </a:pathLst>
          </a:custGeom>
          <a:ln w="38100">
            <a:solidFill>
              <a:srgbClr val="2020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208803" y="8051844"/>
            <a:ext cx="1583065" cy="4673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59340" y="1165392"/>
            <a:ext cx="467382" cy="15830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070624" y="0"/>
            <a:ext cx="8217375" cy="99611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107156" y="4004159"/>
            <a:ext cx="3434715" cy="1884045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46685" indent="-134620">
              <a:lnSpc>
                <a:spcPct val="100000"/>
              </a:lnSpc>
              <a:spcBef>
                <a:spcPts val="630"/>
              </a:spcBef>
              <a:buSzPct val="96153"/>
              <a:buChar char="•"/>
              <a:tabLst>
                <a:tab pos="147320" algn="l"/>
              </a:tabLst>
            </a:pPr>
            <a:r>
              <a:rPr dirty="0" sz="2600" spc="280">
                <a:solidFill>
                  <a:srgbClr val="231F20"/>
                </a:solidFill>
                <a:latin typeface="Calibri"/>
                <a:cs typeface="Calibri"/>
              </a:rPr>
              <a:t>Great</a:t>
            </a:r>
            <a:r>
              <a:rPr dirty="0" sz="2600" spc="1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spc="195">
                <a:solidFill>
                  <a:srgbClr val="231F20"/>
                </a:solidFill>
                <a:latin typeface="Calibri"/>
                <a:cs typeface="Calibri"/>
              </a:rPr>
              <a:t>hobby</a:t>
            </a:r>
            <a:endParaRPr sz="2600">
              <a:latin typeface="Calibri"/>
              <a:cs typeface="Calibri"/>
            </a:endParaRPr>
          </a:p>
          <a:p>
            <a:pPr marL="146685" indent="-134620">
              <a:lnSpc>
                <a:spcPct val="100000"/>
              </a:lnSpc>
              <a:spcBef>
                <a:spcPts val="540"/>
              </a:spcBef>
              <a:buSzPct val="96153"/>
              <a:buChar char="•"/>
              <a:tabLst>
                <a:tab pos="147320" algn="l"/>
              </a:tabLst>
            </a:pPr>
            <a:r>
              <a:rPr dirty="0" sz="2600" spc="180">
                <a:solidFill>
                  <a:srgbClr val="231F20"/>
                </a:solidFill>
                <a:latin typeface="Calibri"/>
                <a:cs typeface="Calibri"/>
              </a:rPr>
              <a:t>Exciting </a:t>
            </a:r>
            <a:r>
              <a:rPr dirty="0" sz="2600" spc="254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2600" spc="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spc="190">
                <a:solidFill>
                  <a:srgbClr val="231F20"/>
                </a:solidFill>
                <a:latin typeface="Calibri"/>
                <a:cs typeface="Calibri"/>
              </a:rPr>
              <a:t>relaxing</a:t>
            </a:r>
            <a:endParaRPr sz="2600">
              <a:latin typeface="Calibri"/>
              <a:cs typeface="Calibri"/>
            </a:endParaRPr>
          </a:p>
          <a:p>
            <a:pPr marL="146685" indent="-134620">
              <a:lnSpc>
                <a:spcPct val="100000"/>
              </a:lnSpc>
              <a:spcBef>
                <a:spcPts val="535"/>
              </a:spcBef>
              <a:buSzPct val="96153"/>
              <a:buChar char="•"/>
              <a:tabLst>
                <a:tab pos="147320" algn="l"/>
              </a:tabLst>
            </a:pPr>
            <a:r>
              <a:rPr dirty="0" sz="2600" spc="270">
                <a:solidFill>
                  <a:srgbClr val="231F20"/>
                </a:solidFill>
                <a:latin typeface="Calibri"/>
                <a:cs typeface="Calibri"/>
              </a:rPr>
              <a:t>Best </a:t>
            </a:r>
            <a:r>
              <a:rPr dirty="0" sz="2600" spc="229">
                <a:solidFill>
                  <a:srgbClr val="231F20"/>
                </a:solidFill>
                <a:latin typeface="Calibri"/>
                <a:cs typeface="Calibri"/>
              </a:rPr>
              <a:t>way </a:t>
            </a:r>
            <a:r>
              <a:rPr dirty="0" sz="2600" spc="145">
                <a:solidFill>
                  <a:srgbClr val="231F20"/>
                </a:solidFill>
                <a:latin typeface="Calibri"/>
                <a:cs typeface="Calibri"/>
              </a:rPr>
              <a:t>to </a:t>
            </a:r>
            <a:r>
              <a:rPr dirty="0" sz="2600" spc="165">
                <a:solidFill>
                  <a:srgbClr val="231F20"/>
                </a:solidFill>
                <a:latin typeface="Calibri"/>
                <a:cs typeface="Calibri"/>
              </a:rPr>
              <a:t>feel</a:t>
            </a:r>
            <a:r>
              <a:rPr dirty="0" sz="2600" spc="-1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spc="160">
                <a:solidFill>
                  <a:srgbClr val="231F20"/>
                </a:solidFill>
                <a:latin typeface="Calibri"/>
                <a:cs typeface="Calibri"/>
              </a:rPr>
              <a:t>free</a:t>
            </a:r>
            <a:endParaRPr sz="2600">
              <a:latin typeface="Calibri"/>
              <a:cs typeface="Calibri"/>
            </a:endParaRPr>
          </a:p>
          <a:p>
            <a:pPr marL="146685" indent="-134620">
              <a:lnSpc>
                <a:spcPct val="100000"/>
              </a:lnSpc>
              <a:spcBef>
                <a:spcPts val="540"/>
              </a:spcBef>
              <a:buSzPct val="96153"/>
              <a:buChar char="•"/>
              <a:tabLst>
                <a:tab pos="147320" algn="l"/>
              </a:tabLst>
            </a:pPr>
            <a:r>
              <a:rPr dirty="0" sz="2600" spc="270">
                <a:solidFill>
                  <a:srgbClr val="231F20"/>
                </a:solidFill>
                <a:latin typeface="Calibri"/>
                <a:cs typeface="Calibri"/>
              </a:rPr>
              <a:t>Recommended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PUREVKHUU ENKHBAYAR</dc:creator>
  <cp:keywords>DAHGv-Q4820,BAFuwY5TvFI,0</cp:keywords>
  <dc:title>Gray Modern Product Helmets Presentation</dc:title>
  <dcterms:created xsi:type="dcterms:W3CDTF">2026-04-13T16:31:57Z</dcterms:created>
  <dcterms:modified xsi:type="dcterms:W3CDTF">2026-04-13T16:31:57Z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2026-04-13T00:00:00Z</vt:filetime>
  </property>
  <property fmtid="{D5CDD505-2E9C-101B-9397-08002B2CF9AE}" pid="3" name="Creator">
    <vt:lpwstr>Canva</vt:lpwstr>
  </property>
  <property fmtid="{D5CDD505-2E9C-101B-9397-08002B2CF9AE}" pid="4" name="LastSaved">
    <vt:filetime>2026-04-13T00:00:00Z</vt:filetime>
  </property>
</Properties>
</file>